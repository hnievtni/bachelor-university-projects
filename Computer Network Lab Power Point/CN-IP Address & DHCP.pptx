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18" r:id="rId1"/>
  </p:sldMasterIdLst>
  <p:notesMasterIdLst>
    <p:notesMasterId r:id="rId21"/>
  </p:notesMasterIdLst>
  <p:sldIdLst>
    <p:sldId id="256" r:id="rId2"/>
    <p:sldId id="258" r:id="rId3"/>
    <p:sldId id="262" r:id="rId4"/>
    <p:sldId id="264" r:id="rId5"/>
    <p:sldId id="265" r:id="rId6"/>
    <p:sldId id="266" r:id="rId7"/>
    <p:sldId id="267" r:id="rId8"/>
    <p:sldId id="272" r:id="rId9"/>
    <p:sldId id="278" r:id="rId10"/>
    <p:sldId id="260" r:id="rId11"/>
    <p:sldId id="273" r:id="rId12"/>
    <p:sldId id="275" r:id="rId13"/>
    <p:sldId id="274" r:id="rId14"/>
    <p:sldId id="276" r:id="rId15"/>
    <p:sldId id="277" r:id="rId16"/>
    <p:sldId id="271" r:id="rId17"/>
    <p:sldId id="279" r:id="rId18"/>
    <p:sldId id="280"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DD280B6-72A8-FD4E-B382-46F65D10DDA7}">
          <p14:sldIdLst>
            <p14:sldId id="256"/>
            <p14:sldId id="258"/>
          </p14:sldIdLst>
        </p14:section>
        <p14:section name="Untitled Section" id="{807FB108-8389-4942-B078-8D5959B52789}">
          <p14:sldIdLst>
            <p14:sldId id="262"/>
            <p14:sldId id="264"/>
            <p14:sldId id="265"/>
            <p14:sldId id="266"/>
            <p14:sldId id="267"/>
            <p14:sldId id="272"/>
            <p14:sldId id="278"/>
            <p14:sldId id="260"/>
            <p14:sldId id="273"/>
            <p14:sldId id="275"/>
            <p14:sldId id="274"/>
            <p14:sldId id="276"/>
            <p14:sldId id="277"/>
            <p14:sldId id="271"/>
            <p14:sldId id="279"/>
            <p14:sldId id="280"/>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511A"/>
    <a:srgbClr val="178B8C"/>
    <a:srgbClr val="095C9D"/>
    <a:srgbClr val="D3C2BE"/>
    <a:srgbClr val="CC5FE8"/>
    <a:srgbClr val="5F135B"/>
    <a:srgbClr val="16674B"/>
    <a:srgbClr val="178B3A"/>
    <a:srgbClr val="6F6E15"/>
    <a:srgbClr val="0030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60"/>
    <p:restoredTop sz="95610"/>
  </p:normalViewPr>
  <p:slideViewPr>
    <p:cSldViewPr snapToGrid="0">
      <p:cViewPr varScale="1">
        <p:scale>
          <a:sx n="121" d="100"/>
          <a:sy n="121" d="100"/>
        </p:scale>
        <p:origin x="4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A6497-18E8-654A-9501-4DE99A7C6001}" type="datetimeFigureOut">
              <a:rPr lang="en-US" smtClean="0"/>
              <a:t>11/5/24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09086-AFF1-2B4D-8EBB-146E75D7F951}" type="slidenum">
              <a:rPr lang="en-US" smtClean="0"/>
              <a:t>‹#›</a:t>
            </a:fld>
            <a:endParaRPr lang="en-US"/>
          </a:p>
        </p:txBody>
      </p:sp>
    </p:spTree>
    <p:extLst>
      <p:ext uri="{BB962C8B-B14F-4D97-AF65-F5344CB8AC3E}">
        <p14:creationId xmlns:p14="http://schemas.microsoft.com/office/powerpoint/2010/main" val="268264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9086-AFF1-2B4D-8EBB-146E75D7F951}" type="slidenum">
              <a:rPr lang="en-US" smtClean="0"/>
              <a:t>3</a:t>
            </a:fld>
            <a:endParaRPr lang="en-US"/>
          </a:p>
        </p:txBody>
      </p:sp>
    </p:spTree>
    <p:extLst>
      <p:ext uri="{BB962C8B-B14F-4D97-AF65-F5344CB8AC3E}">
        <p14:creationId xmlns:p14="http://schemas.microsoft.com/office/powerpoint/2010/main" val="2969879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9086-AFF1-2B4D-8EBB-146E75D7F951}" type="slidenum">
              <a:rPr lang="en-US" smtClean="0"/>
              <a:t>8</a:t>
            </a:fld>
            <a:endParaRPr lang="en-US"/>
          </a:p>
        </p:txBody>
      </p:sp>
    </p:spTree>
    <p:extLst>
      <p:ext uri="{BB962C8B-B14F-4D97-AF65-F5344CB8AC3E}">
        <p14:creationId xmlns:p14="http://schemas.microsoft.com/office/powerpoint/2010/main" val="1973893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F9EBB8-5DCD-F94A-9B1D-18C51FF7EC7F}" type="datetime1">
              <a:rPr lang="en-US" smtClean="0"/>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594105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2A9045-39DE-F74D-B3EB-3248228253E3}" type="datetime1">
              <a:rPr lang="en-US" smtClean="0"/>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2158665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37DFFF-28A1-7A48-9411-C7FBDA24A32D}" type="datetime1">
              <a:rPr lang="en-US" smtClean="0"/>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1193047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77AFAC-60FA-8241-8F67-DFCCFB332D62}" type="datetime1">
              <a:rPr lang="en-US" smtClean="0"/>
              <a:t>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415012886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76597B-568F-EA46-8460-BC532BBEF393}" type="datetime1">
              <a:rPr lang="en-US" smtClean="0"/>
              <a:t>11/5/24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187022698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7BC94F-2297-E74C-B256-B48FFE70CD24}" type="datetime1">
              <a:rPr lang="en-US" smtClean="0"/>
              <a:t>11/5/24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2143497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2895C-8177-E24E-A69F-4776A0CF4E5E}" type="datetime1">
              <a:rPr lang="en-US" smtClean="0"/>
              <a:t>11/5/24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1362048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153448-630A-A44A-B078-87B2ECB27DCD}" type="datetime1">
              <a:rPr lang="en-US" smtClean="0"/>
              <a:t>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286398469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68E11A-255C-8D4E-A0D3-0FAF8C09CE1A}" type="datetime1">
              <a:rPr lang="en-US" smtClean="0"/>
              <a:t>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173328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6E4CE7-6135-D641-AE92-5D48470FA828}" type="datetime1">
              <a:rPr lang="en-US" smtClean="0"/>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3576384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D5476F-C427-3C4C-B88B-83F396971B5D}" type="datetime1">
              <a:rPr lang="en-US" smtClean="0"/>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0C3A5-607E-9F40-87DD-6234C3B54E7A}" type="slidenum">
              <a:rPr lang="en-US" smtClean="0"/>
              <a:t>‹#›</a:t>
            </a:fld>
            <a:endParaRPr lang="en-US"/>
          </a:p>
        </p:txBody>
      </p:sp>
    </p:spTree>
    <p:extLst>
      <p:ext uri="{BB962C8B-B14F-4D97-AF65-F5344CB8AC3E}">
        <p14:creationId xmlns:p14="http://schemas.microsoft.com/office/powerpoint/2010/main" val="3656158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95000">
              <a:schemeClr val="accent5">
                <a:lumMod val="97000"/>
                <a:lumOff val="3000"/>
              </a:schemeClr>
            </a:gs>
            <a:gs pos="100000">
              <a:schemeClr val="accent5">
                <a:lumMod val="60000"/>
                <a:lumOff val="40000"/>
              </a:schemeClr>
            </a:gs>
          </a:gsLst>
          <a:lin ang="108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6779CE-45D1-5945-B896-CF71BF43C3C0}" type="datetime1">
              <a:rPr lang="en-US" smtClean="0"/>
              <a:t>11/5/24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90C3A5-607E-9F40-87DD-6234C3B54E7A}" type="slidenum">
              <a:rPr lang="en-US" smtClean="0"/>
              <a:t>‹#›</a:t>
            </a:fld>
            <a:endParaRPr lang="en-US"/>
          </a:p>
        </p:txBody>
      </p:sp>
    </p:spTree>
    <p:extLst>
      <p:ext uri="{BB962C8B-B14F-4D97-AF65-F5344CB8AC3E}">
        <p14:creationId xmlns:p14="http://schemas.microsoft.com/office/powerpoint/2010/main" val="1804720222"/>
      </p:ext>
    </p:extLst>
  </p:cSld>
  <p:clrMap bg1="dk1" tx1="lt1" bg2="dk2" tx2="lt2" accent1="accent1" accent2="accent2" accent3="accent3" accent4="accent4" accent5="accent5" accent6="accent6" hlink="hlink" folHlink="folHlink"/>
  <p:sldLayoutIdLst>
    <p:sldLayoutId id="2147484119" r:id="rId1"/>
    <p:sldLayoutId id="2147484120" r:id="rId2"/>
    <p:sldLayoutId id="2147484121" r:id="rId3"/>
    <p:sldLayoutId id="2147484122" r:id="rId4"/>
    <p:sldLayoutId id="2147484123" r:id="rId5"/>
    <p:sldLayoutId id="2147484124" r:id="rId6"/>
    <p:sldLayoutId id="2147484125" r:id="rId7"/>
    <p:sldLayoutId id="2147484126" r:id="rId8"/>
    <p:sldLayoutId id="2147484127" r:id="rId9"/>
    <p:sldLayoutId id="2147484128" r:id="rId10"/>
    <p:sldLayoutId id="214748412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dkHorz">
          <a:fgClr>
            <a:schemeClr val="bg1">
              <a:tint val="95000"/>
              <a:satMod val="170000"/>
            </a:schemeClr>
          </a:fgClr>
          <a:bgClr>
            <a:schemeClr val="bg1"/>
          </a:bgClr>
        </a:patt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14871402-EBA3-E865-3424-628E58913C6A}"/>
              </a:ext>
            </a:extLst>
          </p:cNvPr>
          <p:cNvSpPr/>
          <p:nvPr/>
        </p:nvSpPr>
        <p:spPr>
          <a:xfrm>
            <a:off x="2895600" y="228600"/>
            <a:ext cx="6400800" cy="6400800"/>
          </a:xfrm>
          <a:custGeom>
            <a:avLst/>
            <a:gdLst>
              <a:gd name="connsiteX0" fmla="*/ 0 w 6400800"/>
              <a:gd name="connsiteY0" fmla="*/ 3200400 h 6400800"/>
              <a:gd name="connsiteX1" fmla="*/ 3200400 w 6400800"/>
              <a:gd name="connsiteY1" fmla="*/ 0 h 6400800"/>
              <a:gd name="connsiteX2" fmla="*/ 6400800 w 6400800"/>
              <a:gd name="connsiteY2" fmla="*/ 3200400 h 6400800"/>
              <a:gd name="connsiteX3" fmla="*/ 3200400 w 6400800"/>
              <a:gd name="connsiteY3" fmla="*/ 6400800 h 6400800"/>
              <a:gd name="connsiteX4" fmla="*/ 0 w 6400800"/>
              <a:gd name="connsiteY4" fmla="*/ 3200400 h 640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0" h="6400800" fill="none" extrusionOk="0">
                <a:moveTo>
                  <a:pt x="0" y="3200400"/>
                </a:moveTo>
                <a:cubicBezTo>
                  <a:pt x="106334" y="1445482"/>
                  <a:pt x="1613175" y="-371070"/>
                  <a:pt x="3200400" y="0"/>
                </a:cubicBezTo>
                <a:cubicBezTo>
                  <a:pt x="4704979" y="-40267"/>
                  <a:pt x="6327571" y="1501813"/>
                  <a:pt x="6400800" y="3200400"/>
                </a:cubicBezTo>
                <a:cubicBezTo>
                  <a:pt x="6367056" y="4646141"/>
                  <a:pt x="4660253" y="6828386"/>
                  <a:pt x="3200400" y="6400800"/>
                </a:cubicBezTo>
                <a:cubicBezTo>
                  <a:pt x="1695279" y="6547709"/>
                  <a:pt x="61072" y="4982616"/>
                  <a:pt x="0" y="3200400"/>
                </a:cubicBezTo>
                <a:close/>
              </a:path>
              <a:path w="6400800" h="6400800" stroke="0" extrusionOk="0">
                <a:moveTo>
                  <a:pt x="0" y="3200400"/>
                </a:moveTo>
                <a:cubicBezTo>
                  <a:pt x="-58137" y="1397008"/>
                  <a:pt x="997037" y="163574"/>
                  <a:pt x="3200400" y="0"/>
                </a:cubicBezTo>
                <a:cubicBezTo>
                  <a:pt x="5447319" y="100922"/>
                  <a:pt x="5994248" y="1445795"/>
                  <a:pt x="6400800" y="3200400"/>
                </a:cubicBezTo>
                <a:cubicBezTo>
                  <a:pt x="6327205" y="5039802"/>
                  <a:pt x="4931339" y="6603063"/>
                  <a:pt x="3200400" y="6400800"/>
                </a:cubicBezTo>
                <a:cubicBezTo>
                  <a:pt x="1272576" y="6313100"/>
                  <a:pt x="446618" y="5181330"/>
                  <a:pt x="0" y="3200400"/>
                </a:cubicBezTo>
                <a:close/>
              </a:path>
            </a:pathLst>
          </a:custGeom>
          <a:gradFill flip="none" rotWithShape="1">
            <a:gsLst>
              <a:gs pos="0">
                <a:schemeClr val="accent3">
                  <a:lumMod val="50000"/>
                  <a:shade val="30000"/>
                  <a:satMod val="115000"/>
                </a:schemeClr>
              </a:gs>
              <a:gs pos="50000">
                <a:schemeClr val="accent3">
                  <a:lumMod val="50000"/>
                  <a:shade val="67500"/>
                  <a:satMod val="115000"/>
                </a:schemeClr>
              </a:gs>
              <a:gs pos="100000">
                <a:schemeClr val="accent3">
                  <a:lumMod val="50000"/>
                  <a:shade val="100000"/>
                  <a:satMod val="115000"/>
                </a:schemeClr>
              </a:gs>
            </a:gsLst>
            <a:path path="circle">
              <a:fillToRect l="50000" t="50000" r="50000" b="50000"/>
            </a:path>
            <a:tileRect/>
          </a:gradFill>
          <a:ln>
            <a:solidFill>
              <a:schemeClr val="tx1"/>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7408BF9B-2D87-A630-374E-9295A67B1557}"/>
              </a:ext>
            </a:extLst>
          </p:cNvPr>
          <p:cNvSpPr txBox="1"/>
          <p:nvPr/>
        </p:nvSpPr>
        <p:spPr>
          <a:xfrm>
            <a:off x="2858814" y="1028343"/>
            <a:ext cx="6474372" cy="4924425"/>
          </a:xfrm>
          <a:prstGeom prst="rect">
            <a:avLst/>
          </a:prstGeom>
          <a:noFill/>
        </p:spPr>
        <p:txBody>
          <a:bodyPr wrap="square" rtlCol="0">
            <a:spAutoFit/>
          </a:bodyPr>
          <a:lstStyle/>
          <a:p>
            <a:pPr marL="0" algn="ctr" defTabSz="457200" rtl="1" eaLnBrk="1" latinLnBrk="0" hangingPunct="1"/>
            <a:r>
              <a:rPr lang="en-US" sz="4400" dirty="0">
                <a:latin typeface="Garamond" panose="02020404030301010803" pitchFamily="18" charset="0"/>
                <a:cs typeface="Al Bayan Plain" pitchFamily="2" charset="-78"/>
              </a:rPr>
              <a:t>IP Address</a:t>
            </a:r>
          </a:p>
          <a:p>
            <a:pPr marL="0" algn="ctr" defTabSz="457200" rtl="1" eaLnBrk="1" latinLnBrk="0" hangingPunct="1"/>
            <a:r>
              <a:rPr lang="en-US" sz="4400" dirty="0">
                <a:latin typeface="Garamond" panose="02020404030301010803" pitchFamily="18" charset="0"/>
                <a:cs typeface="Al Bayan Plain" pitchFamily="2" charset="-78"/>
              </a:rPr>
              <a:t>&amp;</a:t>
            </a:r>
          </a:p>
          <a:p>
            <a:pPr marL="0" algn="ctr" defTabSz="457200" rtl="1" eaLnBrk="1" latinLnBrk="0" hangingPunct="1"/>
            <a:r>
              <a:rPr lang="en-US" sz="4400" dirty="0">
                <a:latin typeface="Garamond" panose="02020404030301010803" pitchFamily="18" charset="0"/>
                <a:cs typeface="Al Bayan Plain" pitchFamily="2" charset="-78"/>
              </a:rPr>
              <a:t>DHCP</a:t>
            </a:r>
          </a:p>
          <a:p>
            <a:pPr marL="0" algn="ctr" defTabSz="457200" rtl="1" eaLnBrk="1" latinLnBrk="0" hangingPunct="1"/>
            <a:endParaRPr lang="en-US" sz="4000" dirty="0">
              <a:latin typeface="Garamond" panose="02020404030301010803" pitchFamily="18" charset="0"/>
              <a:cs typeface="Al Bayan Plain" pitchFamily="2" charset="-78"/>
            </a:endParaRPr>
          </a:p>
          <a:p>
            <a:pPr marL="0" algn="ctr" defTabSz="457200" rtl="1" eaLnBrk="1" latinLnBrk="0" hangingPunct="1"/>
            <a:r>
              <a:rPr lang="en-US" sz="2000" dirty="0">
                <a:latin typeface="Garamond" panose="02020404030301010803" pitchFamily="18" charset="0"/>
                <a:cs typeface="Al Bayan Plain" pitchFamily="2" charset="-78"/>
              </a:rPr>
              <a:t>Computer Networking Laboratory</a:t>
            </a:r>
          </a:p>
          <a:p>
            <a:pPr marL="0" algn="ctr" defTabSz="457200" rtl="1" eaLnBrk="1" latinLnBrk="0" hangingPunct="1"/>
            <a:r>
              <a:rPr lang="en-US" sz="1600" dirty="0">
                <a:latin typeface="Garamond" panose="02020404030301010803" pitchFamily="18" charset="0"/>
                <a:cs typeface="Al Bayan Plain" pitchFamily="2" charset="-78"/>
              </a:rPr>
              <a:t>Mr. Amin Mojaveri</a:t>
            </a:r>
            <a:endParaRPr lang="fa-IR" sz="1600" dirty="0">
              <a:latin typeface="Garamond" panose="02020404030301010803" pitchFamily="18" charset="0"/>
              <a:cs typeface="Al Bayan Plain" pitchFamily="2" charset="-78"/>
            </a:endParaRPr>
          </a:p>
          <a:p>
            <a:pPr marL="0" algn="ctr" defTabSz="457200" rtl="1" eaLnBrk="1" latinLnBrk="0" hangingPunct="1"/>
            <a:endParaRPr lang="en-US" dirty="0">
              <a:latin typeface="Garamond" panose="02020404030301010803" pitchFamily="18" charset="0"/>
            </a:endParaRPr>
          </a:p>
          <a:p>
            <a:pPr marL="0" algn="ctr" defTabSz="457200" rtl="1" eaLnBrk="1" latinLnBrk="0" hangingPunct="1"/>
            <a:endParaRPr lang="fa-IR" dirty="0">
              <a:latin typeface="Garamond" panose="02020404030301010803" pitchFamily="18" charset="0"/>
            </a:endParaRPr>
          </a:p>
          <a:p>
            <a:pPr marL="0" algn="ctr" defTabSz="457200" rtl="1" eaLnBrk="1" latinLnBrk="0" hangingPunct="1"/>
            <a:endParaRPr lang="fa-IR" sz="1600" dirty="0">
              <a:latin typeface="Garamond" panose="02020404030301010803" pitchFamily="18" charset="0"/>
              <a:cs typeface="Al Bayan Plain" pitchFamily="2" charset="-78"/>
            </a:endParaRPr>
          </a:p>
          <a:p>
            <a:pPr marL="0" algn="ctr" defTabSz="457200" rtl="1" eaLnBrk="1" latinLnBrk="0" hangingPunct="1"/>
            <a:r>
              <a:rPr lang="en-US" dirty="0">
                <a:latin typeface="Garamond" panose="02020404030301010803" pitchFamily="18" charset="0"/>
                <a:cs typeface="Al Bayan Plain" pitchFamily="2" charset="-78"/>
              </a:rPr>
              <a:t>Hanie Vatani</a:t>
            </a:r>
          </a:p>
          <a:p>
            <a:pPr marL="0" algn="ctr" defTabSz="457200" rtl="1" eaLnBrk="1" latinLnBrk="0" hangingPunct="1"/>
            <a:r>
              <a:rPr lang="en-US" dirty="0">
                <a:latin typeface="Garamond" panose="02020404030301010803" pitchFamily="18" charset="0"/>
                <a:cs typeface="Al Bayan Plain" pitchFamily="2" charset="-78"/>
              </a:rPr>
              <a:t>Parsa Omidi</a:t>
            </a:r>
          </a:p>
          <a:p>
            <a:endParaRPr lang="en-US" dirty="0"/>
          </a:p>
        </p:txBody>
      </p:sp>
    </p:spTree>
    <p:extLst>
      <p:ext uri="{BB962C8B-B14F-4D97-AF65-F5344CB8AC3E}">
        <p14:creationId xmlns:p14="http://schemas.microsoft.com/office/powerpoint/2010/main" val="2207339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dkHorz">
          <a:fgClr>
            <a:schemeClr val="bg1">
              <a:tint val="95000"/>
              <a:satMod val="170000"/>
            </a:schemeClr>
          </a:fgClr>
          <a:bgClr>
            <a:schemeClr val="bg1"/>
          </a:bgClr>
        </a:patt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A6126D-9AC8-BF0F-3021-D5940DD752A5}"/>
              </a:ext>
            </a:extLst>
          </p:cNvPr>
          <p:cNvSpPr>
            <a:spLocks noGrp="1"/>
          </p:cNvSpPr>
          <p:nvPr>
            <p:ph type="sldNum" sz="quarter" idx="12"/>
          </p:nvPr>
        </p:nvSpPr>
        <p:spPr/>
        <p:txBody>
          <a:bodyPr/>
          <a:lstStyle/>
          <a:p>
            <a:fld id="{CC90C3A5-607E-9F40-87DD-6234C3B54E7A}" type="slidenum">
              <a:rPr lang="en-US" smtClean="0"/>
              <a:t>2</a:t>
            </a:fld>
            <a:endParaRPr lang="en-US" dirty="0"/>
          </a:p>
        </p:txBody>
      </p:sp>
      <p:sp>
        <p:nvSpPr>
          <p:cNvPr id="5" name="Rounded Rectangle 4">
            <a:extLst>
              <a:ext uri="{FF2B5EF4-FFF2-40B4-BE49-F238E27FC236}">
                <a16:creationId xmlns:a16="http://schemas.microsoft.com/office/drawing/2014/main" id="{6FB53AC9-56E5-7AE4-3198-B9A90F16C788}"/>
              </a:ext>
            </a:extLst>
          </p:cNvPr>
          <p:cNvSpPr/>
          <p:nvPr/>
        </p:nvSpPr>
        <p:spPr>
          <a:xfrm>
            <a:off x="289036" y="325820"/>
            <a:ext cx="3531476" cy="6030529"/>
          </a:xfrm>
          <a:custGeom>
            <a:avLst/>
            <a:gdLst>
              <a:gd name="connsiteX0" fmla="*/ 0 w 3531476"/>
              <a:gd name="connsiteY0" fmla="*/ 588591 h 6030529"/>
              <a:gd name="connsiteX1" fmla="*/ 588591 w 3531476"/>
              <a:gd name="connsiteY1" fmla="*/ 0 h 6030529"/>
              <a:gd name="connsiteX2" fmla="*/ 1200707 w 3531476"/>
              <a:gd name="connsiteY2" fmla="*/ 0 h 6030529"/>
              <a:gd name="connsiteX3" fmla="*/ 1789281 w 3531476"/>
              <a:gd name="connsiteY3" fmla="*/ 0 h 6030529"/>
              <a:gd name="connsiteX4" fmla="*/ 2354312 w 3531476"/>
              <a:gd name="connsiteY4" fmla="*/ 0 h 6030529"/>
              <a:gd name="connsiteX5" fmla="*/ 2942885 w 3531476"/>
              <a:gd name="connsiteY5" fmla="*/ 0 h 6030529"/>
              <a:gd name="connsiteX6" fmla="*/ 3531476 w 3531476"/>
              <a:gd name="connsiteY6" fmla="*/ 588591 h 6030529"/>
              <a:gd name="connsiteX7" fmla="*/ 3531476 w 3531476"/>
              <a:gd name="connsiteY7" fmla="*/ 1136326 h 6030529"/>
              <a:gd name="connsiteX8" fmla="*/ 3531476 w 3531476"/>
              <a:gd name="connsiteY8" fmla="*/ 1926728 h 6030529"/>
              <a:gd name="connsiteX9" fmla="*/ 3531476 w 3531476"/>
              <a:gd name="connsiteY9" fmla="*/ 2668597 h 6030529"/>
              <a:gd name="connsiteX10" fmla="*/ 3531476 w 3531476"/>
              <a:gd name="connsiteY10" fmla="*/ 3410466 h 6030529"/>
              <a:gd name="connsiteX11" fmla="*/ 3531476 w 3531476"/>
              <a:gd name="connsiteY11" fmla="*/ 4006734 h 6030529"/>
              <a:gd name="connsiteX12" fmla="*/ 3531476 w 3531476"/>
              <a:gd name="connsiteY12" fmla="*/ 4797136 h 6030529"/>
              <a:gd name="connsiteX13" fmla="*/ 3531476 w 3531476"/>
              <a:gd name="connsiteY13" fmla="*/ 5441938 h 6030529"/>
              <a:gd name="connsiteX14" fmla="*/ 2942885 w 3531476"/>
              <a:gd name="connsiteY14" fmla="*/ 6030529 h 6030529"/>
              <a:gd name="connsiteX15" fmla="*/ 2330769 w 3531476"/>
              <a:gd name="connsiteY15" fmla="*/ 6030529 h 6030529"/>
              <a:gd name="connsiteX16" fmla="*/ 1789281 w 3531476"/>
              <a:gd name="connsiteY16" fmla="*/ 6030529 h 6030529"/>
              <a:gd name="connsiteX17" fmla="*/ 1247793 w 3531476"/>
              <a:gd name="connsiteY17" fmla="*/ 6030529 h 6030529"/>
              <a:gd name="connsiteX18" fmla="*/ 588591 w 3531476"/>
              <a:gd name="connsiteY18" fmla="*/ 6030529 h 6030529"/>
              <a:gd name="connsiteX19" fmla="*/ 0 w 3531476"/>
              <a:gd name="connsiteY19" fmla="*/ 5441938 h 6030529"/>
              <a:gd name="connsiteX20" fmla="*/ 0 w 3531476"/>
              <a:gd name="connsiteY20" fmla="*/ 4651536 h 6030529"/>
              <a:gd name="connsiteX21" fmla="*/ 0 w 3531476"/>
              <a:gd name="connsiteY21" fmla="*/ 4006734 h 6030529"/>
              <a:gd name="connsiteX22" fmla="*/ 0 w 3531476"/>
              <a:gd name="connsiteY22" fmla="*/ 3410466 h 6030529"/>
              <a:gd name="connsiteX23" fmla="*/ 0 w 3531476"/>
              <a:gd name="connsiteY23" fmla="*/ 2717130 h 6030529"/>
              <a:gd name="connsiteX24" fmla="*/ 0 w 3531476"/>
              <a:gd name="connsiteY24" fmla="*/ 1975262 h 6030529"/>
              <a:gd name="connsiteX25" fmla="*/ 0 w 3531476"/>
              <a:gd name="connsiteY25" fmla="*/ 1281926 h 6030529"/>
              <a:gd name="connsiteX26" fmla="*/ 0 w 3531476"/>
              <a:gd name="connsiteY26" fmla="*/ 588591 h 603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31476" h="6030529" fill="none" extrusionOk="0">
                <a:moveTo>
                  <a:pt x="0" y="588591"/>
                </a:moveTo>
                <a:cubicBezTo>
                  <a:pt x="34394" y="249946"/>
                  <a:pt x="223189" y="65590"/>
                  <a:pt x="588591" y="0"/>
                </a:cubicBezTo>
                <a:cubicBezTo>
                  <a:pt x="729006" y="-14232"/>
                  <a:pt x="984421" y="28112"/>
                  <a:pt x="1200707" y="0"/>
                </a:cubicBezTo>
                <a:cubicBezTo>
                  <a:pt x="1416993" y="-28112"/>
                  <a:pt x="1625705" y="-22760"/>
                  <a:pt x="1789281" y="0"/>
                </a:cubicBezTo>
                <a:cubicBezTo>
                  <a:pt x="1952857" y="22760"/>
                  <a:pt x="2168666" y="15966"/>
                  <a:pt x="2354312" y="0"/>
                </a:cubicBezTo>
                <a:cubicBezTo>
                  <a:pt x="2539958" y="-15966"/>
                  <a:pt x="2734942" y="11382"/>
                  <a:pt x="2942885" y="0"/>
                </a:cubicBezTo>
                <a:cubicBezTo>
                  <a:pt x="3336511" y="-16679"/>
                  <a:pt x="3588150" y="312855"/>
                  <a:pt x="3531476" y="588591"/>
                </a:cubicBezTo>
                <a:cubicBezTo>
                  <a:pt x="3513882" y="740139"/>
                  <a:pt x="3522027" y="863919"/>
                  <a:pt x="3531476" y="1136326"/>
                </a:cubicBezTo>
                <a:cubicBezTo>
                  <a:pt x="3540925" y="1408733"/>
                  <a:pt x="3534609" y="1611172"/>
                  <a:pt x="3531476" y="1926728"/>
                </a:cubicBezTo>
                <a:cubicBezTo>
                  <a:pt x="3528343" y="2242284"/>
                  <a:pt x="3560032" y="2519498"/>
                  <a:pt x="3531476" y="2668597"/>
                </a:cubicBezTo>
                <a:cubicBezTo>
                  <a:pt x="3502920" y="2817696"/>
                  <a:pt x="3547142" y="3190260"/>
                  <a:pt x="3531476" y="3410466"/>
                </a:cubicBezTo>
                <a:cubicBezTo>
                  <a:pt x="3515810" y="3630672"/>
                  <a:pt x="3535888" y="3723799"/>
                  <a:pt x="3531476" y="4006734"/>
                </a:cubicBezTo>
                <a:cubicBezTo>
                  <a:pt x="3527064" y="4289669"/>
                  <a:pt x="3523757" y="4534587"/>
                  <a:pt x="3531476" y="4797136"/>
                </a:cubicBezTo>
                <a:cubicBezTo>
                  <a:pt x="3539195" y="5059685"/>
                  <a:pt x="3523395" y="5221162"/>
                  <a:pt x="3531476" y="5441938"/>
                </a:cubicBezTo>
                <a:cubicBezTo>
                  <a:pt x="3545431" y="5835188"/>
                  <a:pt x="3348737" y="6033127"/>
                  <a:pt x="2942885" y="6030529"/>
                </a:cubicBezTo>
                <a:cubicBezTo>
                  <a:pt x="2657265" y="6006696"/>
                  <a:pt x="2621198" y="6017910"/>
                  <a:pt x="2330769" y="6030529"/>
                </a:cubicBezTo>
                <a:cubicBezTo>
                  <a:pt x="2040340" y="6043148"/>
                  <a:pt x="1906787" y="6053732"/>
                  <a:pt x="1789281" y="6030529"/>
                </a:cubicBezTo>
                <a:cubicBezTo>
                  <a:pt x="1671775" y="6007326"/>
                  <a:pt x="1517908" y="6039832"/>
                  <a:pt x="1247793" y="6030529"/>
                </a:cubicBezTo>
                <a:cubicBezTo>
                  <a:pt x="977678" y="6021226"/>
                  <a:pt x="736361" y="6049628"/>
                  <a:pt x="588591" y="6030529"/>
                </a:cubicBezTo>
                <a:cubicBezTo>
                  <a:pt x="289497" y="5992132"/>
                  <a:pt x="-5957" y="5745350"/>
                  <a:pt x="0" y="5441938"/>
                </a:cubicBezTo>
                <a:cubicBezTo>
                  <a:pt x="19874" y="5119865"/>
                  <a:pt x="-10878" y="4866277"/>
                  <a:pt x="0" y="4651536"/>
                </a:cubicBezTo>
                <a:cubicBezTo>
                  <a:pt x="10878" y="4436795"/>
                  <a:pt x="-13216" y="4303321"/>
                  <a:pt x="0" y="4006734"/>
                </a:cubicBezTo>
                <a:cubicBezTo>
                  <a:pt x="13216" y="3710147"/>
                  <a:pt x="24398" y="3588896"/>
                  <a:pt x="0" y="3410466"/>
                </a:cubicBezTo>
                <a:cubicBezTo>
                  <a:pt x="-24398" y="3232036"/>
                  <a:pt x="-21786" y="2935384"/>
                  <a:pt x="0" y="2717130"/>
                </a:cubicBezTo>
                <a:cubicBezTo>
                  <a:pt x="21786" y="2498876"/>
                  <a:pt x="-34820" y="2247181"/>
                  <a:pt x="0" y="1975262"/>
                </a:cubicBezTo>
                <a:cubicBezTo>
                  <a:pt x="34820" y="1703343"/>
                  <a:pt x="-712" y="1461235"/>
                  <a:pt x="0" y="1281926"/>
                </a:cubicBezTo>
                <a:cubicBezTo>
                  <a:pt x="712" y="1102617"/>
                  <a:pt x="15562" y="861042"/>
                  <a:pt x="0" y="588591"/>
                </a:cubicBezTo>
                <a:close/>
              </a:path>
              <a:path w="3531476" h="6030529" stroke="0" extrusionOk="0">
                <a:moveTo>
                  <a:pt x="0" y="588591"/>
                </a:moveTo>
                <a:cubicBezTo>
                  <a:pt x="-5976" y="274005"/>
                  <a:pt x="204358" y="-24431"/>
                  <a:pt x="588591" y="0"/>
                </a:cubicBezTo>
                <a:cubicBezTo>
                  <a:pt x="808056" y="20420"/>
                  <a:pt x="907973" y="796"/>
                  <a:pt x="1177165" y="0"/>
                </a:cubicBezTo>
                <a:cubicBezTo>
                  <a:pt x="1446357" y="-796"/>
                  <a:pt x="1523403" y="9735"/>
                  <a:pt x="1812824" y="0"/>
                </a:cubicBezTo>
                <a:cubicBezTo>
                  <a:pt x="2102245" y="-9735"/>
                  <a:pt x="2678296" y="-55459"/>
                  <a:pt x="2942885" y="0"/>
                </a:cubicBezTo>
                <a:cubicBezTo>
                  <a:pt x="3271867" y="45974"/>
                  <a:pt x="3528123" y="231764"/>
                  <a:pt x="3531476" y="588591"/>
                </a:cubicBezTo>
                <a:cubicBezTo>
                  <a:pt x="3507896" y="753086"/>
                  <a:pt x="3522887" y="1075651"/>
                  <a:pt x="3531476" y="1281926"/>
                </a:cubicBezTo>
                <a:cubicBezTo>
                  <a:pt x="3540065" y="1488201"/>
                  <a:pt x="3509519" y="1871655"/>
                  <a:pt x="3531476" y="2023795"/>
                </a:cubicBezTo>
                <a:cubicBezTo>
                  <a:pt x="3553433" y="2175935"/>
                  <a:pt x="3547142" y="2517876"/>
                  <a:pt x="3531476" y="2765664"/>
                </a:cubicBezTo>
                <a:cubicBezTo>
                  <a:pt x="3515810" y="3013452"/>
                  <a:pt x="3510120" y="3121637"/>
                  <a:pt x="3531476" y="3313399"/>
                </a:cubicBezTo>
                <a:cubicBezTo>
                  <a:pt x="3552832" y="3505162"/>
                  <a:pt x="3534292" y="3710037"/>
                  <a:pt x="3531476" y="3958200"/>
                </a:cubicBezTo>
                <a:cubicBezTo>
                  <a:pt x="3528660" y="4206363"/>
                  <a:pt x="3510640" y="4442181"/>
                  <a:pt x="3531476" y="4603002"/>
                </a:cubicBezTo>
                <a:cubicBezTo>
                  <a:pt x="3552312" y="4763823"/>
                  <a:pt x="3502726" y="5160995"/>
                  <a:pt x="3531476" y="5441938"/>
                </a:cubicBezTo>
                <a:cubicBezTo>
                  <a:pt x="3541963" y="5764422"/>
                  <a:pt x="3245481" y="6081691"/>
                  <a:pt x="2942885" y="6030529"/>
                </a:cubicBezTo>
                <a:cubicBezTo>
                  <a:pt x="2829391" y="6022709"/>
                  <a:pt x="2561443" y="6053196"/>
                  <a:pt x="2401397" y="6030529"/>
                </a:cubicBezTo>
                <a:cubicBezTo>
                  <a:pt x="2241351" y="6007862"/>
                  <a:pt x="1979297" y="6061838"/>
                  <a:pt x="1765738" y="6030529"/>
                </a:cubicBezTo>
                <a:cubicBezTo>
                  <a:pt x="1552179" y="5999220"/>
                  <a:pt x="1344569" y="6010315"/>
                  <a:pt x="1153622" y="6030529"/>
                </a:cubicBezTo>
                <a:cubicBezTo>
                  <a:pt x="962675" y="6050743"/>
                  <a:pt x="815538" y="6025609"/>
                  <a:pt x="588591" y="6030529"/>
                </a:cubicBezTo>
                <a:cubicBezTo>
                  <a:pt x="270424" y="5999329"/>
                  <a:pt x="5074" y="5833548"/>
                  <a:pt x="0" y="5441938"/>
                </a:cubicBezTo>
                <a:cubicBezTo>
                  <a:pt x="31836" y="5283091"/>
                  <a:pt x="-12253" y="5108947"/>
                  <a:pt x="0" y="4797136"/>
                </a:cubicBezTo>
                <a:cubicBezTo>
                  <a:pt x="12253" y="4485325"/>
                  <a:pt x="-27751" y="4258226"/>
                  <a:pt x="0" y="4006734"/>
                </a:cubicBezTo>
                <a:cubicBezTo>
                  <a:pt x="27751" y="3755242"/>
                  <a:pt x="-2709" y="3615895"/>
                  <a:pt x="0" y="3313399"/>
                </a:cubicBezTo>
                <a:cubicBezTo>
                  <a:pt x="2709" y="3010903"/>
                  <a:pt x="5261" y="2965647"/>
                  <a:pt x="0" y="2620063"/>
                </a:cubicBezTo>
                <a:cubicBezTo>
                  <a:pt x="-5261" y="2274479"/>
                  <a:pt x="19503" y="2050819"/>
                  <a:pt x="0" y="1878195"/>
                </a:cubicBezTo>
                <a:cubicBezTo>
                  <a:pt x="-19503" y="1705571"/>
                  <a:pt x="-23516" y="937334"/>
                  <a:pt x="0" y="588591"/>
                </a:cubicBezTo>
                <a:close/>
              </a:path>
            </a:pathLst>
          </a:custGeom>
          <a:solidFill>
            <a:schemeClr val="accent2">
              <a:lumMod val="50000"/>
            </a:schemeClr>
          </a:solidFill>
          <a:ln>
            <a:solidFill>
              <a:schemeClr val="tx1"/>
            </a:solidFill>
            <a:extLst>
              <a:ext uri="{C807C97D-BFC1-408E-A445-0C87EB9F89A2}">
                <ask:lineSketchStyleProps xmlns:ask="http://schemas.microsoft.com/office/drawing/2018/sketchyshapes" sd="981765707">
                  <a:prstGeom prst="roundRect">
                    <a:avLst/>
                  </a:pr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D24E98E3-7597-62BD-8053-116442C256C5}"/>
              </a:ext>
            </a:extLst>
          </p:cNvPr>
          <p:cNvSpPr/>
          <p:nvPr/>
        </p:nvSpPr>
        <p:spPr>
          <a:xfrm>
            <a:off x="4330262" y="325820"/>
            <a:ext cx="3531476" cy="6030529"/>
          </a:xfrm>
          <a:custGeom>
            <a:avLst/>
            <a:gdLst>
              <a:gd name="connsiteX0" fmla="*/ 0 w 3531476"/>
              <a:gd name="connsiteY0" fmla="*/ 588591 h 6030529"/>
              <a:gd name="connsiteX1" fmla="*/ 588591 w 3531476"/>
              <a:gd name="connsiteY1" fmla="*/ 0 h 6030529"/>
              <a:gd name="connsiteX2" fmla="*/ 1130079 w 3531476"/>
              <a:gd name="connsiteY2" fmla="*/ 0 h 6030529"/>
              <a:gd name="connsiteX3" fmla="*/ 1648023 w 3531476"/>
              <a:gd name="connsiteY3" fmla="*/ 0 h 6030529"/>
              <a:gd name="connsiteX4" fmla="*/ 2213054 w 3531476"/>
              <a:gd name="connsiteY4" fmla="*/ 0 h 6030529"/>
              <a:gd name="connsiteX5" fmla="*/ 2942885 w 3531476"/>
              <a:gd name="connsiteY5" fmla="*/ 0 h 6030529"/>
              <a:gd name="connsiteX6" fmla="*/ 3531476 w 3531476"/>
              <a:gd name="connsiteY6" fmla="*/ 588591 h 6030529"/>
              <a:gd name="connsiteX7" fmla="*/ 3531476 w 3531476"/>
              <a:gd name="connsiteY7" fmla="*/ 1233393 h 6030529"/>
              <a:gd name="connsiteX8" fmla="*/ 3531476 w 3531476"/>
              <a:gd name="connsiteY8" fmla="*/ 1975262 h 6030529"/>
              <a:gd name="connsiteX9" fmla="*/ 3531476 w 3531476"/>
              <a:gd name="connsiteY9" fmla="*/ 2668597 h 6030529"/>
              <a:gd name="connsiteX10" fmla="*/ 3531476 w 3531476"/>
              <a:gd name="connsiteY10" fmla="*/ 3361932 h 6030529"/>
              <a:gd name="connsiteX11" fmla="*/ 3531476 w 3531476"/>
              <a:gd name="connsiteY11" fmla="*/ 3958200 h 6030529"/>
              <a:gd name="connsiteX12" fmla="*/ 3531476 w 3531476"/>
              <a:gd name="connsiteY12" fmla="*/ 4603002 h 6030529"/>
              <a:gd name="connsiteX13" fmla="*/ 3531476 w 3531476"/>
              <a:gd name="connsiteY13" fmla="*/ 5441938 h 6030529"/>
              <a:gd name="connsiteX14" fmla="*/ 2942885 w 3531476"/>
              <a:gd name="connsiteY14" fmla="*/ 6030529 h 6030529"/>
              <a:gd name="connsiteX15" fmla="*/ 2354312 w 3531476"/>
              <a:gd name="connsiteY15" fmla="*/ 6030529 h 6030529"/>
              <a:gd name="connsiteX16" fmla="*/ 1718652 w 3531476"/>
              <a:gd name="connsiteY16" fmla="*/ 6030529 h 6030529"/>
              <a:gd name="connsiteX17" fmla="*/ 1177165 w 3531476"/>
              <a:gd name="connsiteY17" fmla="*/ 6030529 h 6030529"/>
              <a:gd name="connsiteX18" fmla="*/ 588591 w 3531476"/>
              <a:gd name="connsiteY18" fmla="*/ 6030529 h 6030529"/>
              <a:gd name="connsiteX19" fmla="*/ 0 w 3531476"/>
              <a:gd name="connsiteY19" fmla="*/ 5441938 h 6030529"/>
              <a:gd name="connsiteX20" fmla="*/ 0 w 3531476"/>
              <a:gd name="connsiteY20" fmla="*/ 4894203 h 6030529"/>
              <a:gd name="connsiteX21" fmla="*/ 0 w 3531476"/>
              <a:gd name="connsiteY21" fmla="*/ 4297935 h 6030529"/>
              <a:gd name="connsiteX22" fmla="*/ 0 w 3531476"/>
              <a:gd name="connsiteY22" fmla="*/ 3604599 h 6030529"/>
              <a:gd name="connsiteX23" fmla="*/ 0 w 3531476"/>
              <a:gd name="connsiteY23" fmla="*/ 2959798 h 6030529"/>
              <a:gd name="connsiteX24" fmla="*/ 0 w 3531476"/>
              <a:gd name="connsiteY24" fmla="*/ 2363529 h 6030529"/>
              <a:gd name="connsiteX25" fmla="*/ 0 w 3531476"/>
              <a:gd name="connsiteY25" fmla="*/ 1670194 h 6030529"/>
              <a:gd name="connsiteX26" fmla="*/ 0 w 3531476"/>
              <a:gd name="connsiteY26" fmla="*/ 588591 h 603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31476" h="6030529" fill="none" extrusionOk="0">
                <a:moveTo>
                  <a:pt x="0" y="588591"/>
                </a:moveTo>
                <a:cubicBezTo>
                  <a:pt x="4096" y="218184"/>
                  <a:pt x="252395" y="54268"/>
                  <a:pt x="588591" y="0"/>
                </a:cubicBezTo>
                <a:cubicBezTo>
                  <a:pt x="858494" y="18552"/>
                  <a:pt x="954992" y="-6663"/>
                  <a:pt x="1130079" y="0"/>
                </a:cubicBezTo>
                <a:cubicBezTo>
                  <a:pt x="1305166" y="6663"/>
                  <a:pt x="1491145" y="-4694"/>
                  <a:pt x="1648023" y="0"/>
                </a:cubicBezTo>
                <a:cubicBezTo>
                  <a:pt x="1804901" y="4694"/>
                  <a:pt x="1985645" y="-4330"/>
                  <a:pt x="2213054" y="0"/>
                </a:cubicBezTo>
                <a:cubicBezTo>
                  <a:pt x="2440463" y="4330"/>
                  <a:pt x="2778936" y="31434"/>
                  <a:pt x="2942885" y="0"/>
                </a:cubicBezTo>
                <a:cubicBezTo>
                  <a:pt x="3235432" y="-62714"/>
                  <a:pt x="3609192" y="247096"/>
                  <a:pt x="3531476" y="588591"/>
                </a:cubicBezTo>
                <a:cubicBezTo>
                  <a:pt x="3529540" y="791570"/>
                  <a:pt x="3541479" y="1092770"/>
                  <a:pt x="3531476" y="1233393"/>
                </a:cubicBezTo>
                <a:cubicBezTo>
                  <a:pt x="3521473" y="1374016"/>
                  <a:pt x="3523209" y="1774864"/>
                  <a:pt x="3531476" y="1975262"/>
                </a:cubicBezTo>
                <a:cubicBezTo>
                  <a:pt x="3539743" y="2175660"/>
                  <a:pt x="3543501" y="2331006"/>
                  <a:pt x="3531476" y="2668597"/>
                </a:cubicBezTo>
                <a:cubicBezTo>
                  <a:pt x="3519451" y="3006189"/>
                  <a:pt x="3513351" y="3034368"/>
                  <a:pt x="3531476" y="3361932"/>
                </a:cubicBezTo>
                <a:cubicBezTo>
                  <a:pt x="3549601" y="3689496"/>
                  <a:pt x="3528956" y="3722179"/>
                  <a:pt x="3531476" y="3958200"/>
                </a:cubicBezTo>
                <a:cubicBezTo>
                  <a:pt x="3533996" y="4194221"/>
                  <a:pt x="3526289" y="4284293"/>
                  <a:pt x="3531476" y="4603002"/>
                </a:cubicBezTo>
                <a:cubicBezTo>
                  <a:pt x="3536663" y="4921711"/>
                  <a:pt x="3523167" y="5094341"/>
                  <a:pt x="3531476" y="5441938"/>
                </a:cubicBezTo>
                <a:cubicBezTo>
                  <a:pt x="3577243" y="5747202"/>
                  <a:pt x="3303370" y="5982968"/>
                  <a:pt x="2942885" y="6030529"/>
                </a:cubicBezTo>
                <a:cubicBezTo>
                  <a:pt x="2742963" y="6047631"/>
                  <a:pt x="2609236" y="6028543"/>
                  <a:pt x="2354312" y="6030529"/>
                </a:cubicBezTo>
                <a:cubicBezTo>
                  <a:pt x="2099388" y="6032515"/>
                  <a:pt x="1858488" y="6058207"/>
                  <a:pt x="1718652" y="6030529"/>
                </a:cubicBezTo>
                <a:cubicBezTo>
                  <a:pt x="1578816" y="6002851"/>
                  <a:pt x="1358757" y="6054699"/>
                  <a:pt x="1177165" y="6030529"/>
                </a:cubicBezTo>
                <a:cubicBezTo>
                  <a:pt x="995573" y="6006359"/>
                  <a:pt x="708704" y="6021842"/>
                  <a:pt x="588591" y="6030529"/>
                </a:cubicBezTo>
                <a:cubicBezTo>
                  <a:pt x="265585" y="6012429"/>
                  <a:pt x="-41378" y="5828193"/>
                  <a:pt x="0" y="5441938"/>
                </a:cubicBezTo>
                <a:cubicBezTo>
                  <a:pt x="-14185" y="5299285"/>
                  <a:pt x="-18917" y="5120041"/>
                  <a:pt x="0" y="4894203"/>
                </a:cubicBezTo>
                <a:cubicBezTo>
                  <a:pt x="18917" y="4668366"/>
                  <a:pt x="24448" y="4560671"/>
                  <a:pt x="0" y="4297935"/>
                </a:cubicBezTo>
                <a:cubicBezTo>
                  <a:pt x="-24448" y="4035199"/>
                  <a:pt x="6112" y="3841075"/>
                  <a:pt x="0" y="3604599"/>
                </a:cubicBezTo>
                <a:cubicBezTo>
                  <a:pt x="-6112" y="3368123"/>
                  <a:pt x="-4160" y="3177106"/>
                  <a:pt x="0" y="2959798"/>
                </a:cubicBezTo>
                <a:cubicBezTo>
                  <a:pt x="4160" y="2742490"/>
                  <a:pt x="-8135" y="2558844"/>
                  <a:pt x="0" y="2363529"/>
                </a:cubicBezTo>
                <a:cubicBezTo>
                  <a:pt x="8135" y="2168214"/>
                  <a:pt x="14077" y="1884787"/>
                  <a:pt x="0" y="1670194"/>
                </a:cubicBezTo>
                <a:cubicBezTo>
                  <a:pt x="-14077" y="1455602"/>
                  <a:pt x="52321" y="980982"/>
                  <a:pt x="0" y="588591"/>
                </a:cubicBezTo>
                <a:close/>
              </a:path>
              <a:path w="3531476" h="6030529" stroke="0" extrusionOk="0">
                <a:moveTo>
                  <a:pt x="0" y="588591"/>
                </a:moveTo>
                <a:cubicBezTo>
                  <a:pt x="7168" y="222911"/>
                  <a:pt x="268612" y="42791"/>
                  <a:pt x="588591" y="0"/>
                </a:cubicBezTo>
                <a:cubicBezTo>
                  <a:pt x="796344" y="9436"/>
                  <a:pt x="932454" y="-26430"/>
                  <a:pt x="1130079" y="0"/>
                </a:cubicBezTo>
                <a:cubicBezTo>
                  <a:pt x="1327704" y="26430"/>
                  <a:pt x="1441416" y="-8377"/>
                  <a:pt x="1742195" y="0"/>
                </a:cubicBezTo>
                <a:cubicBezTo>
                  <a:pt x="2042974" y="8377"/>
                  <a:pt x="2118676" y="-19386"/>
                  <a:pt x="2377854" y="0"/>
                </a:cubicBezTo>
                <a:cubicBezTo>
                  <a:pt x="2637032" y="19386"/>
                  <a:pt x="2724902" y="-24357"/>
                  <a:pt x="2942885" y="0"/>
                </a:cubicBezTo>
                <a:cubicBezTo>
                  <a:pt x="3297934" y="24684"/>
                  <a:pt x="3532679" y="292419"/>
                  <a:pt x="3531476" y="588591"/>
                </a:cubicBezTo>
                <a:cubicBezTo>
                  <a:pt x="3543116" y="737654"/>
                  <a:pt x="3507174" y="1051827"/>
                  <a:pt x="3531476" y="1233393"/>
                </a:cubicBezTo>
                <a:cubicBezTo>
                  <a:pt x="3555778" y="1414959"/>
                  <a:pt x="3512337" y="1698675"/>
                  <a:pt x="3531476" y="1975262"/>
                </a:cubicBezTo>
                <a:cubicBezTo>
                  <a:pt x="3550615" y="2251849"/>
                  <a:pt x="3540382" y="2301956"/>
                  <a:pt x="3531476" y="2620063"/>
                </a:cubicBezTo>
                <a:cubicBezTo>
                  <a:pt x="3522570" y="2938170"/>
                  <a:pt x="3516816" y="2967377"/>
                  <a:pt x="3531476" y="3167798"/>
                </a:cubicBezTo>
                <a:cubicBezTo>
                  <a:pt x="3546136" y="3368219"/>
                  <a:pt x="3493481" y="3664639"/>
                  <a:pt x="3531476" y="3958200"/>
                </a:cubicBezTo>
                <a:cubicBezTo>
                  <a:pt x="3569471" y="4251761"/>
                  <a:pt x="3508113" y="4425799"/>
                  <a:pt x="3531476" y="4651536"/>
                </a:cubicBezTo>
                <a:cubicBezTo>
                  <a:pt x="3554839" y="4877273"/>
                  <a:pt x="3567484" y="5094497"/>
                  <a:pt x="3531476" y="5441938"/>
                </a:cubicBezTo>
                <a:cubicBezTo>
                  <a:pt x="3546532" y="5747973"/>
                  <a:pt x="3278356" y="5993096"/>
                  <a:pt x="2942885" y="6030529"/>
                </a:cubicBezTo>
                <a:cubicBezTo>
                  <a:pt x="2763224" y="6040660"/>
                  <a:pt x="2483367" y="6002238"/>
                  <a:pt x="2330769" y="6030529"/>
                </a:cubicBezTo>
                <a:cubicBezTo>
                  <a:pt x="2178171" y="6058820"/>
                  <a:pt x="1936977" y="6043284"/>
                  <a:pt x="1718652" y="6030529"/>
                </a:cubicBezTo>
                <a:cubicBezTo>
                  <a:pt x="1500327" y="6017774"/>
                  <a:pt x="1443801" y="6049711"/>
                  <a:pt x="1200707" y="6030529"/>
                </a:cubicBezTo>
                <a:cubicBezTo>
                  <a:pt x="957614" y="6011347"/>
                  <a:pt x="877605" y="6056938"/>
                  <a:pt x="588591" y="6030529"/>
                </a:cubicBezTo>
                <a:cubicBezTo>
                  <a:pt x="315936" y="6034818"/>
                  <a:pt x="35939" y="5752748"/>
                  <a:pt x="0" y="5441938"/>
                </a:cubicBezTo>
                <a:cubicBezTo>
                  <a:pt x="-4536" y="5269825"/>
                  <a:pt x="-14030" y="5034910"/>
                  <a:pt x="0" y="4748603"/>
                </a:cubicBezTo>
                <a:cubicBezTo>
                  <a:pt x="14030" y="4462297"/>
                  <a:pt x="13768" y="4365002"/>
                  <a:pt x="0" y="4006734"/>
                </a:cubicBezTo>
                <a:cubicBezTo>
                  <a:pt x="-13768" y="3648466"/>
                  <a:pt x="17616" y="3376959"/>
                  <a:pt x="0" y="3216332"/>
                </a:cubicBezTo>
                <a:cubicBezTo>
                  <a:pt x="-17616" y="3055705"/>
                  <a:pt x="9701" y="2811349"/>
                  <a:pt x="0" y="2522996"/>
                </a:cubicBezTo>
                <a:cubicBezTo>
                  <a:pt x="-9701" y="2234643"/>
                  <a:pt x="14623" y="2131149"/>
                  <a:pt x="0" y="1975262"/>
                </a:cubicBezTo>
                <a:cubicBezTo>
                  <a:pt x="-14623" y="1819375"/>
                  <a:pt x="22041" y="1596844"/>
                  <a:pt x="0" y="1427527"/>
                </a:cubicBezTo>
                <a:cubicBezTo>
                  <a:pt x="-22041" y="1258211"/>
                  <a:pt x="-18844" y="881255"/>
                  <a:pt x="0" y="588591"/>
                </a:cubicBezTo>
                <a:close/>
              </a:path>
            </a:pathLst>
          </a:custGeom>
          <a:solidFill>
            <a:schemeClr val="accent4">
              <a:lumMod val="50000"/>
            </a:schemeClr>
          </a:solidFill>
          <a:ln>
            <a:solidFill>
              <a:schemeClr val="tx1"/>
            </a:solidFill>
            <a:extLst>
              <a:ext uri="{C807C97D-BFC1-408E-A445-0C87EB9F89A2}">
                <ask:lineSketchStyleProps xmlns:ask="http://schemas.microsoft.com/office/drawing/2018/sketchyshapes" sd="2908414842">
                  <a:prstGeom prst="roundRect">
                    <a:avLst/>
                  </a:pr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0EC992A-F55B-F9F7-217A-30013554A4BF}"/>
              </a:ext>
            </a:extLst>
          </p:cNvPr>
          <p:cNvSpPr/>
          <p:nvPr/>
        </p:nvSpPr>
        <p:spPr>
          <a:xfrm>
            <a:off x="8371488" y="325820"/>
            <a:ext cx="3531476" cy="6030529"/>
          </a:xfrm>
          <a:custGeom>
            <a:avLst/>
            <a:gdLst>
              <a:gd name="connsiteX0" fmla="*/ 0 w 3531476"/>
              <a:gd name="connsiteY0" fmla="*/ 588591 h 6030529"/>
              <a:gd name="connsiteX1" fmla="*/ 588591 w 3531476"/>
              <a:gd name="connsiteY1" fmla="*/ 0 h 6030529"/>
              <a:gd name="connsiteX2" fmla="*/ 1153622 w 3531476"/>
              <a:gd name="connsiteY2" fmla="*/ 0 h 6030529"/>
              <a:gd name="connsiteX3" fmla="*/ 1695109 w 3531476"/>
              <a:gd name="connsiteY3" fmla="*/ 0 h 6030529"/>
              <a:gd name="connsiteX4" fmla="*/ 2260140 w 3531476"/>
              <a:gd name="connsiteY4" fmla="*/ 0 h 6030529"/>
              <a:gd name="connsiteX5" fmla="*/ 2942885 w 3531476"/>
              <a:gd name="connsiteY5" fmla="*/ 0 h 6030529"/>
              <a:gd name="connsiteX6" fmla="*/ 3531476 w 3531476"/>
              <a:gd name="connsiteY6" fmla="*/ 588591 h 6030529"/>
              <a:gd name="connsiteX7" fmla="*/ 3531476 w 3531476"/>
              <a:gd name="connsiteY7" fmla="*/ 1281926 h 6030529"/>
              <a:gd name="connsiteX8" fmla="*/ 3531476 w 3531476"/>
              <a:gd name="connsiteY8" fmla="*/ 1878195 h 6030529"/>
              <a:gd name="connsiteX9" fmla="*/ 3531476 w 3531476"/>
              <a:gd name="connsiteY9" fmla="*/ 2474463 h 6030529"/>
              <a:gd name="connsiteX10" fmla="*/ 3531476 w 3531476"/>
              <a:gd name="connsiteY10" fmla="*/ 3022198 h 6030529"/>
              <a:gd name="connsiteX11" fmla="*/ 3531476 w 3531476"/>
              <a:gd name="connsiteY11" fmla="*/ 3618466 h 6030529"/>
              <a:gd name="connsiteX12" fmla="*/ 3531476 w 3531476"/>
              <a:gd name="connsiteY12" fmla="*/ 4263268 h 6030529"/>
              <a:gd name="connsiteX13" fmla="*/ 3531476 w 3531476"/>
              <a:gd name="connsiteY13" fmla="*/ 5441938 h 6030529"/>
              <a:gd name="connsiteX14" fmla="*/ 2942885 w 3531476"/>
              <a:gd name="connsiteY14" fmla="*/ 6030529 h 6030529"/>
              <a:gd name="connsiteX15" fmla="*/ 2330769 w 3531476"/>
              <a:gd name="connsiteY15" fmla="*/ 6030529 h 6030529"/>
              <a:gd name="connsiteX16" fmla="*/ 1718652 w 3531476"/>
              <a:gd name="connsiteY16" fmla="*/ 6030529 h 6030529"/>
              <a:gd name="connsiteX17" fmla="*/ 1177165 w 3531476"/>
              <a:gd name="connsiteY17" fmla="*/ 6030529 h 6030529"/>
              <a:gd name="connsiteX18" fmla="*/ 588591 w 3531476"/>
              <a:gd name="connsiteY18" fmla="*/ 6030529 h 6030529"/>
              <a:gd name="connsiteX19" fmla="*/ 0 w 3531476"/>
              <a:gd name="connsiteY19" fmla="*/ 5441938 h 6030529"/>
              <a:gd name="connsiteX20" fmla="*/ 0 w 3531476"/>
              <a:gd name="connsiteY20" fmla="*/ 4894203 h 6030529"/>
              <a:gd name="connsiteX21" fmla="*/ 0 w 3531476"/>
              <a:gd name="connsiteY21" fmla="*/ 4346468 h 6030529"/>
              <a:gd name="connsiteX22" fmla="*/ 0 w 3531476"/>
              <a:gd name="connsiteY22" fmla="*/ 3556066 h 6030529"/>
              <a:gd name="connsiteX23" fmla="*/ 0 w 3531476"/>
              <a:gd name="connsiteY23" fmla="*/ 2959798 h 6030529"/>
              <a:gd name="connsiteX24" fmla="*/ 0 w 3531476"/>
              <a:gd name="connsiteY24" fmla="*/ 2217929 h 6030529"/>
              <a:gd name="connsiteX25" fmla="*/ 0 w 3531476"/>
              <a:gd name="connsiteY25" fmla="*/ 1670194 h 6030529"/>
              <a:gd name="connsiteX26" fmla="*/ 0 w 3531476"/>
              <a:gd name="connsiteY26" fmla="*/ 588591 h 603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31476" h="6030529" fill="none" extrusionOk="0">
                <a:moveTo>
                  <a:pt x="0" y="588591"/>
                </a:moveTo>
                <a:cubicBezTo>
                  <a:pt x="-53711" y="244981"/>
                  <a:pt x="248102" y="4848"/>
                  <a:pt x="588591" y="0"/>
                </a:cubicBezTo>
                <a:cubicBezTo>
                  <a:pt x="816095" y="9670"/>
                  <a:pt x="882991" y="-543"/>
                  <a:pt x="1153622" y="0"/>
                </a:cubicBezTo>
                <a:cubicBezTo>
                  <a:pt x="1424253" y="543"/>
                  <a:pt x="1524187" y="17591"/>
                  <a:pt x="1695109" y="0"/>
                </a:cubicBezTo>
                <a:cubicBezTo>
                  <a:pt x="1866031" y="-17591"/>
                  <a:pt x="2021923" y="24297"/>
                  <a:pt x="2260140" y="0"/>
                </a:cubicBezTo>
                <a:cubicBezTo>
                  <a:pt x="2498357" y="-24297"/>
                  <a:pt x="2617492" y="-27976"/>
                  <a:pt x="2942885" y="0"/>
                </a:cubicBezTo>
                <a:cubicBezTo>
                  <a:pt x="3187212" y="3358"/>
                  <a:pt x="3537965" y="230291"/>
                  <a:pt x="3531476" y="588591"/>
                </a:cubicBezTo>
                <a:cubicBezTo>
                  <a:pt x="3518316" y="761213"/>
                  <a:pt x="3532610" y="969152"/>
                  <a:pt x="3531476" y="1281926"/>
                </a:cubicBezTo>
                <a:cubicBezTo>
                  <a:pt x="3530342" y="1594701"/>
                  <a:pt x="3519165" y="1745464"/>
                  <a:pt x="3531476" y="1878195"/>
                </a:cubicBezTo>
                <a:cubicBezTo>
                  <a:pt x="3543787" y="2010926"/>
                  <a:pt x="3554486" y="2198997"/>
                  <a:pt x="3531476" y="2474463"/>
                </a:cubicBezTo>
                <a:cubicBezTo>
                  <a:pt x="3508466" y="2749929"/>
                  <a:pt x="3551624" y="2902672"/>
                  <a:pt x="3531476" y="3022198"/>
                </a:cubicBezTo>
                <a:cubicBezTo>
                  <a:pt x="3511328" y="3141724"/>
                  <a:pt x="3516024" y="3356493"/>
                  <a:pt x="3531476" y="3618466"/>
                </a:cubicBezTo>
                <a:cubicBezTo>
                  <a:pt x="3546928" y="3880439"/>
                  <a:pt x="3500227" y="4071262"/>
                  <a:pt x="3531476" y="4263268"/>
                </a:cubicBezTo>
                <a:cubicBezTo>
                  <a:pt x="3562725" y="4455274"/>
                  <a:pt x="3499902" y="4888520"/>
                  <a:pt x="3531476" y="5441938"/>
                </a:cubicBezTo>
                <a:cubicBezTo>
                  <a:pt x="3522214" y="5840691"/>
                  <a:pt x="3284137" y="6081378"/>
                  <a:pt x="2942885" y="6030529"/>
                </a:cubicBezTo>
                <a:cubicBezTo>
                  <a:pt x="2714457" y="6028810"/>
                  <a:pt x="2453635" y="6042461"/>
                  <a:pt x="2330769" y="6030529"/>
                </a:cubicBezTo>
                <a:cubicBezTo>
                  <a:pt x="2207903" y="6018597"/>
                  <a:pt x="2022958" y="6010889"/>
                  <a:pt x="1718652" y="6030529"/>
                </a:cubicBezTo>
                <a:cubicBezTo>
                  <a:pt x="1414346" y="6050169"/>
                  <a:pt x="1369555" y="6044581"/>
                  <a:pt x="1177165" y="6030529"/>
                </a:cubicBezTo>
                <a:cubicBezTo>
                  <a:pt x="984775" y="6016477"/>
                  <a:pt x="880405" y="6056799"/>
                  <a:pt x="588591" y="6030529"/>
                </a:cubicBezTo>
                <a:cubicBezTo>
                  <a:pt x="229594" y="6014906"/>
                  <a:pt x="944" y="5739382"/>
                  <a:pt x="0" y="5441938"/>
                </a:cubicBezTo>
                <a:cubicBezTo>
                  <a:pt x="-11423" y="5294388"/>
                  <a:pt x="13455" y="5058434"/>
                  <a:pt x="0" y="4894203"/>
                </a:cubicBezTo>
                <a:cubicBezTo>
                  <a:pt x="-13455" y="4729973"/>
                  <a:pt x="-26014" y="4486927"/>
                  <a:pt x="0" y="4346468"/>
                </a:cubicBezTo>
                <a:cubicBezTo>
                  <a:pt x="26014" y="4206009"/>
                  <a:pt x="-26085" y="3720885"/>
                  <a:pt x="0" y="3556066"/>
                </a:cubicBezTo>
                <a:cubicBezTo>
                  <a:pt x="26085" y="3391247"/>
                  <a:pt x="9735" y="3178676"/>
                  <a:pt x="0" y="2959798"/>
                </a:cubicBezTo>
                <a:cubicBezTo>
                  <a:pt x="-9735" y="2740920"/>
                  <a:pt x="-15602" y="2543846"/>
                  <a:pt x="0" y="2217929"/>
                </a:cubicBezTo>
                <a:cubicBezTo>
                  <a:pt x="15602" y="1892012"/>
                  <a:pt x="23576" y="1875753"/>
                  <a:pt x="0" y="1670194"/>
                </a:cubicBezTo>
                <a:cubicBezTo>
                  <a:pt x="-23576" y="1464636"/>
                  <a:pt x="21998" y="1002763"/>
                  <a:pt x="0" y="588591"/>
                </a:cubicBezTo>
                <a:close/>
              </a:path>
              <a:path w="3531476" h="6030529" stroke="0" extrusionOk="0">
                <a:moveTo>
                  <a:pt x="0" y="588591"/>
                </a:moveTo>
                <a:cubicBezTo>
                  <a:pt x="12329" y="263935"/>
                  <a:pt x="284067" y="-8628"/>
                  <a:pt x="588591" y="0"/>
                </a:cubicBezTo>
                <a:cubicBezTo>
                  <a:pt x="883088" y="26754"/>
                  <a:pt x="1015232" y="23601"/>
                  <a:pt x="1224250" y="0"/>
                </a:cubicBezTo>
                <a:cubicBezTo>
                  <a:pt x="1433268" y="-23601"/>
                  <a:pt x="1616896" y="13140"/>
                  <a:pt x="1859910" y="0"/>
                </a:cubicBezTo>
                <a:cubicBezTo>
                  <a:pt x="2102924" y="-13140"/>
                  <a:pt x="2562328" y="-37716"/>
                  <a:pt x="2942885" y="0"/>
                </a:cubicBezTo>
                <a:cubicBezTo>
                  <a:pt x="3310438" y="16637"/>
                  <a:pt x="3508227" y="252331"/>
                  <a:pt x="3531476" y="588591"/>
                </a:cubicBezTo>
                <a:cubicBezTo>
                  <a:pt x="3505980" y="707524"/>
                  <a:pt x="3521320" y="878307"/>
                  <a:pt x="3531476" y="1136326"/>
                </a:cubicBezTo>
                <a:cubicBezTo>
                  <a:pt x="3541632" y="1394346"/>
                  <a:pt x="3545496" y="1651025"/>
                  <a:pt x="3531476" y="1878195"/>
                </a:cubicBezTo>
                <a:cubicBezTo>
                  <a:pt x="3517456" y="2105365"/>
                  <a:pt x="3537764" y="2221969"/>
                  <a:pt x="3531476" y="2425930"/>
                </a:cubicBezTo>
                <a:cubicBezTo>
                  <a:pt x="3525188" y="2629891"/>
                  <a:pt x="3542509" y="2822506"/>
                  <a:pt x="3531476" y="3167798"/>
                </a:cubicBezTo>
                <a:cubicBezTo>
                  <a:pt x="3520443" y="3513090"/>
                  <a:pt x="3510947" y="3555319"/>
                  <a:pt x="3531476" y="3715533"/>
                </a:cubicBezTo>
                <a:cubicBezTo>
                  <a:pt x="3552005" y="3875748"/>
                  <a:pt x="3557741" y="4217255"/>
                  <a:pt x="3531476" y="4408868"/>
                </a:cubicBezTo>
                <a:cubicBezTo>
                  <a:pt x="3505211" y="4600482"/>
                  <a:pt x="3498089" y="4982992"/>
                  <a:pt x="3531476" y="5441938"/>
                </a:cubicBezTo>
                <a:cubicBezTo>
                  <a:pt x="3508895" y="5803223"/>
                  <a:pt x="3220907" y="5981686"/>
                  <a:pt x="2942885" y="6030529"/>
                </a:cubicBezTo>
                <a:cubicBezTo>
                  <a:pt x="2634720" y="6017811"/>
                  <a:pt x="2615424" y="6006449"/>
                  <a:pt x="2307226" y="6030529"/>
                </a:cubicBezTo>
                <a:cubicBezTo>
                  <a:pt x="1999028" y="6054609"/>
                  <a:pt x="2014712" y="6018068"/>
                  <a:pt x="1765738" y="6030529"/>
                </a:cubicBezTo>
                <a:cubicBezTo>
                  <a:pt x="1516764" y="6042990"/>
                  <a:pt x="1373309" y="6036120"/>
                  <a:pt x="1224250" y="6030529"/>
                </a:cubicBezTo>
                <a:cubicBezTo>
                  <a:pt x="1075191" y="6024938"/>
                  <a:pt x="861392" y="6041066"/>
                  <a:pt x="588591" y="6030529"/>
                </a:cubicBezTo>
                <a:cubicBezTo>
                  <a:pt x="327876" y="6010371"/>
                  <a:pt x="24197" y="5724071"/>
                  <a:pt x="0" y="5441938"/>
                </a:cubicBezTo>
                <a:cubicBezTo>
                  <a:pt x="-31828" y="5140075"/>
                  <a:pt x="-16586" y="5031511"/>
                  <a:pt x="0" y="4748603"/>
                </a:cubicBezTo>
                <a:cubicBezTo>
                  <a:pt x="16586" y="4465695"/>
                  <a:pt x="-7552" y="4375987"/>
                  <a:pt x="0" y="4055267"/>
                </a:cubicBezTo>
                <a:cubicBezTo>
                  <a:pt x="7552" y="3734547"/>
                  <a:pt x="-26328" y="3733324"/>
                  <a:pt x="0" y="3458999"/>
                </a:cubicBezTo>
                <a:cubicBezTo>
                  <a:pt x="26328" y="3184674"/>
                  <a:pt x="-15949" y="3122309"/>
                  <a:pt x="0" y="2911264"/>
                </a:cubicBezTo>
                <a:cubicBezTo>
                  <a:pt x="15949" y="2700220"/>
                  <a:pt x="-15414" y="2477038"/>
                  <a:pt x="0" y="2169395"/>
                </a:cubicBezTo>
                <a:cubicBezTo>
                  <a:pt x="15414" y="1861752"/>
                  <a:pt x="-13687" y="1759812"/>
                  <a:pt x="0" y="1378993"/>
                </a:cubicBezTo>
                <a:cubicBezTo>
                  <a:pt x="13687" y="998174"/>
                  <a:pt x="-20229" y="822990"/>
                  <a:pt x="0" y="588591"/>
                </a:cubicBezTo>
                <a:close/>
              </a:path>
            </a:pathLst>
          </a:custGeom>
          <a:solidFill>
            <a:schemeClr val="accent1">
              <a:lumMod val="50000"/>
            </a:schemeClr>
          </a:solidFill>
          <a:ln>
            <a:solidFill>
              <a:schemeClr val="tx1"/>
            </a:solidFill>
            <a:extLst>
              <a:ext uri="{C807C97D-BFC1-408E-A445-0C87EB9F89A2}">
                <ask:lineSketchStyleProps xmlns:ask="http://schemas.microsoft.com/office/drawing/2018/sketchyshapes" sd="2705516212">
                  <a:prstGeom prst="roundRect">
                    <a:avLst/>
                  </a:pr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32526FE3-20CC-CFC0-3AE2-009FDD04C988}"/>
              </a:ext>
            </a:extLst>
          </p:cNvPr>
          <p:cNvSpPr txBox="1"/>
          <p:nvPr/>
        </p:nvSpPr>
        <p:spPr>
          <a:xfrm>
            <a:off x="504498" y="501651"/>
            <a:ext cx="3100552" cy="584775"/>
          </a:xfrm>
          <a:prstGeom prst="rect">
            <a:avLst/>
          </a:prstGeom>
          <a:noFill/>
        </p:spPr>
        <p:txBody>
          <a:bodyPr wrap="square" rtlCol="0">
            <a:spAutoFit/>
          </a:bodyPr>
          <a:lstStyle/>
          <a:p>
            <a:pPr algn="ctr"/>
            <a:r>
              <a:rPr lang="en-US" sz="3200" dirty="0">
                <a:latin typeface="Garamond" panose="02020404030301010803" pitchFamily="18" charset="0"/>
              </a:rPr>
              <a:t>1. IP Versions</a:t>
            </a:r>
          </a:p>
        </p:txBody>
      </p:sp>
      <p:sp>
        <p:nvSpPr>
          <p:cNvPr id="9" name="TextBox 8">
            <a:extLst>
              <a:ext uri="{FF2B5EF4-FFF2-40B4-BE49-F238E27FC236}">
                <a16:creationId xmlns:a16="http://schemas.microsoft.com/office/drawing/2014/main" id="{0E90D5AE-353C-E985-3ABD-07E53524C429}"/>
              </a:ext>
            </a:extLst>
          </p:cNvPr>
          <p:cNvSpPr txBox="1"/>
          <p:nvPr/>
        </p:nvSpPr>
        <p:spPr>
          <a:xfrm>
            <a:off x="4545724" y="501651"/>
            <a:ext cx="3100552" cy="584775"/>
          </a:xfrm>
          <a:prstGeom prst="rect">
            <a:avLst/>
          </a:prstGeom>
          <a:noFill/>
        </p:spPr>
        <p:txBody>
          <a:bodyPr wrap="square" rtlCol="0">
            <a:spAutoFit/>
          </a:bodyPr>
          <a:lstStyle/>
          <a:p>
            <a:pPr algn="ctr"/>
            <a:r>
              <a:rPr lang="en-US" sz="3200" dirty="0">
                <a:latin typeface="Garamond" panose="02020404030301010803" pitchFamily="18" charset="0"/>
              </a:rPr>
              <a:t>2. IP Addressing</a:t>
            </a:r>
          </a:p>
        </p:txBody>
      </p:sp>
      <p:sp>
        <p:nvSpPr>
          <p:cNvPr id="10" name="TextBox 9">
            <a:extLst>
              <a:ext uri="{FF2B5EF4-FFF2-40B4-BE49-F238E27FC236}">
                <a16:creationId xmlns:a16="http://schemas.microsoft.com/office/drawing/2014/main" id="{7C04D6BC-92CC-3E79-4309-C1F308170381}"/>
              </a:ext>
            </a:extLst>
          </p:cNvPr>
          <p:cNvSpPr txBox="1"/>
          <p:nvPr/>
        </p:nvSpPr>
        <p:spPr>
          <a:xfrm>
            <a:off x="8586950" y="501651"/>
            <a:ext cx="3100552" cy="584775"/>
          </a:xfrm>
          <a:prstGeom prst="rect">
            <a:avLst/>
          </a:prstGeom>
          <a:noFill/>
        </p:spPr>
        <p:txBody>
          <a:bodyPr wrap="square" rtlCol="0">
            <a:spAutoFit/>
          </a:bodyPr>
          <a:lstStyle/>
          <a:p>
            <a:pPr algn="ctr"/>
            <a:r>
              <a:rPr lang="en-US" sz="3200" dirty="0">
                <a:latin typeface="Garamond" panose="02020404030301010803" pitchFamily="18" charset="0"/>
              </a:rPr>
              <a:t>3. DHCP</a:t>
            </a:r>
          </a:p>
        </p:txBody>
      </p:sp>
      <p:sp>
        <p:nvSpPr>
          <p:cNvPr id="11" name="TextBox 10">
            <a:extLst>
              <a:ext uri="{FF2B5EF4-FFF2-40B4-BE49-F238E27FC236}">
                <a16:creationId xmlns:a16="http://schemas.microsoft.com/office/drawing/2014/main" id="{744E467F-1A06-33E8-2390-296FA466CECE}"/>
              </a:ext>
            </a:extLst>
          </p:cNvPr>
          <p:cNvSpPr txBox="1"/>
          <p:nvPr/>
        </p:nvSpPr>
        <p:spPr>
          <a:xfrm>
            <a:off x="289036" y="1355834"/>
            <a:ext cx="3531476" cy="2031325"/>
          </a:xfrm>
          <a:prstGeom prst="rect">
            <a:avLst/>
          </a:prstGeom>
          <a:noFill/>
        </p:spPr>
        <p:txBody>
          <a:bodyPr wrap="square" rtlCol="0">
            <a:spAutoFit/>
          </a:bodyPr>
          <a:lstStyle/>
          <a:p>
            <a:r>
              <a:rPr lang="en-US" dirty="0">
                <a:latin typeface="Garamond" panose="02020404030301010803" pitchFamily="18" charset="0"/>
              </a:rPr>
              <a:t> 1.1	IPv4 Datagram format	3</a:t>
            </a:r>
          </a:p>
          <a:p>
            <a:r>
              <a:rPr lang="en-US" dirty="0">
                <a:latin typeface="Garamond" panose="02020404030301010803" pitchFamily="18" charset="0"/>
              </a:rPr>
              <a:t> 1.2	Question?				5</a:t>
            </a:r>
          </a:p>
          <a:p>
            <a:r>
              <a:rPr lang="en-US" dirty="0">
                <a:latin typeface="Garamond" panose="02020404030301010803" pitchFamily="18" charset="0"/>
              </a:rPr>
              <a:t> 1.3	Note					6</a:t>
            </a:r>
          </a:p>
          <a:p>
            <a:r>
              <a:rPr lang="en-US" dirty="0">
                <a:latin typeface="Garamond" panose="02020404030301010803" pitchFamily="18" charset="0"/>
              </a:rPr>
              <a:t> 1.4	IPv6 				7</a:t>
            </a:r>
          </a:p>
          <a:p>
            <a:r>
              <a:rPr lang="en-US" dirty="0">
                <a:latin typeface="Garamond" panose="02020404030301010803" pitchFamily="18" charset="0"/>
              </a:rPr>
              <a:t> 1.5 	</a:t>
            </a:r>
            <a:r>
              <a:rPr lang="en-US" sz="1800" kern="100" dirty="0">
                <a:effectLst/>
                <a:latin typeface="Garamond" panose="02020404030301010803" pitchFamily="18" charset="0"/>
                <a:ea typeface="Calibri" panose="020F0502020204030204" pitchFamily="34" charset="0"/>
                <a:cs typeface="Arial" panose="020B0604020202020204" pitchFamily="34" charset="0"/>
              </a:rPr>
              <a:t>IPv6 Datagram format	8</a:t>
            </a:r>
            <a:endParaRPr lang="en-US" dirty="0">
              <a:latin typeface="Garamond" panose="02020404030301010803" pitchFamily="18" charset="0"/>
            </a:endParaRPr>
          </a:p>
          <a:p>
            <a:r>
              <a:rPr lang="en-US" dirty="0">
                <a:latin typeface="Garamond" panose="02020404030301010803" pitchFamily="18" charset="0"/>
              </a:rPr>
              <a:t> 1.6 </a:t>
            </a:r>
            <a:r>
              <a:rPr lang="en-US" sz="1800" kern="100" dirty="0">
                <a:effectLst/>
                <a:latin typeface="Garamond" panose="02020404030301010803" pitchFamily="18" charset="0"/>
                <a:ea typeface="Calibri" panose="020F0502020204030204" pitchFamily="34" charset="0"/>
                <a:cs typeface="Arial" panose="020B0604020202020204" pitchFamily="34" charset="0"/>
              </a:rPr>
              <a:t> IPv6 vs IPv4			9 </a:t>
            </a:r>
          </a:p>
          <a:p>
            <a:endParaRPr lang="en-US" dirty="0">
              <a:latin typeface="Garamond" panose="02020404030301010803" pitchFamily="18" charset="0"/>
            </a:endParaRPr>
          </a:p>
        </p:txBody>
      </p:sp>
      <p:sp>
        <p:nvSpPr>
          <p:cNvPr id="12" name="TextBox 11">
            <a:extLst>
              <a:ext uri="{FF2B5EF4-FFF2-40B4-BE49-F238E27FC236}">
                <a16:creationId xmlns:a16="http://schemas.microsoft.com/office/drawing/2014/main" id="{138F6123-DD71-2827-E5C6-AEFFDA098D64}"/>
              </a:ext>
            </a:extLst>
          </p:cNvPr>
          <p:cNvSpPr txBox="1"/>
          <p:nvPr/>
        </p:nvSpPr>
        <p:spPr>
          <a:xfrm>
            <a:off x="4330261" y="1355834"/>
            <a:ext cx="3531475" cy="1200329"/>
          </a:xfrm>
          <a:prstGeom prst="rect">
            <a:avLst/>
          </a:prstGeom>
          <a:noFill/>
        </p:spPr>
        <p:txBody>
          <a:bodyPr wrap="square" rtlCol="0">
            <a:spAutoFit/>
          </a:bodyPr>
          <a:lstStyle/>
          <a:p>
            <a:r>
              <a:rPr lang="en-US" dirty="0">
                <a:latin typeface="Garamond" panose="02020404030301010803" pitchFamily="18" charset="0"/>
              </a:rPr>
              <a:t> 2.1	Router’s Interfaces		10</a:t>
            </a:r>
          </a:p>
          <a:p>
            <a:r>
              <a:rPr lang="en-US" dirty="0">
                <a:latin typeface="Garamond" panose="02020404030301010803" pitchFamily="18" charset="0"/>
              </a:rPr>
              <a:t> 2.2	IPv4 Structure			11</a:t>
            </a:r>
          </a:p>
          <a:p>
            <a:r>
              <a:rPr lang="en-US" dirty="0">
                <a:latin typeface="Garamond" panose="02020404030301010803" pitchFamily="18" charset="0"/>
              </a:rPr>
              <a:t> 2.3	Subnet’s IP			12</a:t>
            </a:r>
          </a:p>
          <a:p>
            <a:r>
              <a:rPr lang="en-US" dirty="0">
                <a:latin typeface="Garamond" panose="02020404030301010803" pitchFamily="18" charset="0"/>
              </a:rPr>
              <a:t> 2.4	CIDR				15</a:t>
            </a:r>
          </a:p>
        </p:txBody>
      </p:sp>
      <p:sp>
        <p:nvSpPr>
          <p:cNvPr id="13" name="TextBox 12">
            <a:extLst>
              <a:ext uri="{FF2B5EF4-FFF2-40B4-BE49-F238E27FC236}">
                <a16:creationId xmlns:a16="http://schemas.microsoft.com/office/drawing/2014/main" id="{EB26B839-CDD4-0D2C-F1EF-E5623A5F90E2}"/>
              </a:ext>
            </a:extLst>
          </p:cNvPr>
          <p:cNvSpPr txBox="1"/>
          <p:nvPr/>
        </p:nvSpPr>
        <p:spPr>
          <a:xfrm>
            <a:off x="8371486" y="1355834"/>
            <a:ext cx="3531476" cy="923330"/>
          </a:xfrm>
          <a:prstGeom prst="rect">
            <a:avLst/>
          </a:prstGeom>
          <a:noFill/>
        </p:spPr>
        <p:txBody>
          <a:bodyPr wrap="square" rtlCol="0">
            <a:spAutoFit/>
          </a:bodyPr>
          <a:lstStyle/>
          <a:p>
            <a:r>
              <a:rPr lang="en-US" dirty="0">
                <a:latin typeface="Garamond" panose="02020404030301010803" pitchFamily="18" charset="0"/>
              </a:rPr>
              <a:t> 3.1 DHCP				16</a:t>
            </a:r>
          </a:p>
          <a:p>
            <a:r>
              <a:rPr lang="en-US" dirty="0">
                <a:latin typeface="Garamond" panose="02020404030301010803" pitchFamily="18" charset="0"/>
              </a:rPr>
              <a:t> 3.2 Lease	 &amp; DORA		17</a:t>
            </a:r>
          </a:p>
          <a:p>
            <a:r>
              <a:rPr lang="en-US" dirty="0">
                <a:latin typeface="Garamond" panose="02020404030301010803" pitchFamily="18" charset="0"/>
              </a:rPr>
              <a:t> 3.3 DORA (</a:t>
            </a:r>
            <a:r>
              <a:rPr lang="en-US" sz="1800" kern="100" dirty="0">
                <a:latin typeface="Garamond" panose="02020404030301010803" pitchFamily="18" charset="0"/>
                <a:ea typeface="Calibri" panose="020F0502020204030204" pitchFamily="34" charset="0"/>
                <a:cs typeface="Arial" panose="020B0604020202020204" pitchFamily="34" charset="0"/>
              </a:rPr>
              <a:t>Continuing )</a:t>
            </a:r>
            <a:r>
              <a:rPr lang="en-US" dirty="0">
                <a:latin typeface="Garamond" panose="02020404030301010803" pitchFamily="18" charset="0"/>
              </a:rPr>
              <a:t>		18	</a:t>
            </a:r>
          </a:p>
        </p:txBody>
      </p:sp>
    </p:spTree>
    <p:extLst>
      <p:ext uri="{BB962C8B-B14F-4D97-AF65-F5344CB8AC3E}">
        <p14:creationId xmlns:p14="http://schemas.microsoft.com/office/powerpoint/2010/main" val="4027902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9A9C0-91F6-C87E-B41F-78AD43F16AE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4F9A300-D818-41C4-3BCC-2ED5A75C4659}"/>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885308DF-F5DC-69F7-477D-84A4A9255C27}"/>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406D4EB1-5A24-CCC3-D42B-8A39D874A5E7}"/>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DF16A49D-EA14-8F66-42C0-2AB239E1ABC3}"/>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
        <p:nvSpPr>
          <p:cNvPr id="12" name="TextBox 11">
            <a:extLst>
              <a:ext uri="{FF2B5EF4-FFF2-40B4-BE49-F238E27FC236}">
                <a16:creationId xmlns:a16="http://schemas.microsoft.com/office/drawing/2014/main" id="{1EAE4B47-12B2-1E2D-02E4-7B48F8FB4D82}"/>
              </a:ext>
            </a:extLst>
          </p:cNvPr>
          <p:cNvSpPr txBox="1"/>
          <p:nvPr/>
        </p:nvSpPr>
        <p:spPr>
          <a:xfrm>
            <a:off x="270026" y="106018"/>
            <a:ext cx="7762626" cy="707886"/>
          </a:xfrm>
          <a:prstGeom prst="rect">
            <a:avLst/>
          </a:prstGeom>
          <a:noFill/>
        </p:spPr>
        <p:txBody>
          <a:bodyPr wrap="square" rtlCol="0">
            <a:spAutoFit/>
          </a:bodyPr>
          <a:lstStyle/>
          <a:p>
            <a:r>
              <a:rPr lang="en-US" sz="4000" kern="100" dirty="0">
                <a:effectLst/>
                <a:latin typeface="Garamond" panose="02020404030301010803" pitchFamily="18" charset="0"/>
                <a:ea typeface="Calibri" panose="020F0502020204030204" pitchFamily="34" charset="0"/>
                <a:cs typeface="Arial" panose="020B0604020202020204" pitchFamily="34" charset="0"/>
              </a:rPr>
              <a:t>1.1 IPv4 Datagram format:</a:t>
            </a:r>
          </a:p>
        </p:txBody>
      </p:sp>
      <p:sp>
        <p:nvSpPr>
          <p:cNvPr id="14" name="TextBox 13">
            <a:extLst>
              <a:ext uri="{FF2B5EF4-FFF2-40B4-BE49-F238E27FC236}">
                <a16:creationId xmlns:a16="http://schemas.microsoft.com/office/drawing/2014/main" id="{B456E75D-0E62-B755-120D-DF305EF1E899}"/>
              </a:ext>
            </a:extLst>
          </p:cNvPr>
          <p:cNvSpPr txBox="1"/>
          <p:nvPr/>
        </p:nvSpPr>
        <p:spPr>
          <a:xfrm>
            <a:off x="270026" y="813904"/>
            <a:ext cx="7762626" cy="430887"/>
          </a:xfrm>
          <a:prstGeom prst="rect">
            <a:avLst/>
          </a:prstGeom>
          <a:noFill/>
        </p:spPr>
        <p:txBody>
          <a:bodyPr wrap="square" rtlCol="0">
            <a:spAutoFit/>
          </a:bodyPr>
          <a:lstStyle/>
          <a:p>
            <a:pPr marL="342900" indent="-342900">
              <a:buFont typeface="Courier New" panose="02070309020205020404" pitchFamily="49" charset="0"/>
              <a:buChar char="o"/>
            </a:pPr>
            <a:r>
              <a:rPr lang="en-US" sz="2200" kern="100" dirty="0">
                <a:effectLst/>
                <a:latin typeface="Garamond" panose="02020404030301010803" pitchFamily="18" charset="0"/>
                <a:ea typeface="Calibri" panose="020F0502020204030204" pitchFamily="34" charset="0"/>
                <a:cs typeface="Arial" panose="020B0604020202020204" pitchFamily="34" charset="0"/>
              </a:rPr>
              <a:t>The key fields in the IPv4 datagram: </a:t>
            </a:r>
          </a:p>
        </p:txBody>
      </p:sp>
      <p:grpSp>
        <p:nvGrpSpPr>
          <p:cNvPr id="13" name="Group 12">
            <a:extLst>
              <a:ext uri="{FF2B5EF4-FFF2-40B4-BE49-F238E27FC236}">
                <a16:creationId xmlns:a16="http://schemas.microsoft.com/office/drawing/2014/main" id="{F7C12DD9-C79A-2B8C-7222-221E8A6FB15B}"/>
              </a:ext>
            </a:extLst>
          </p:cNvPr>
          <p:cNvGrpSpPr/>
          <p:nvPr/>
        </p:nvGrpSpPr>
        <p:grpSpPr>
          <a:xfrm>
            <a:off x="2197950" y="2329810"/>
            <a:ext cx="5482155" cy="3964893"/>
            <a:chOff x="1171152" y="2787089"/>
            <a:chExt cx="5482155" cy="3964893"/>
          </a:xfrm>
        </p:grpSpPr>
        <p:grpSp>
          <p:nvGrpSpPr>
            <p:cNvPr id="9" name="Group 8">
              <a:extLst>
                <a:ext uri="{FF2B5EF4-FFF2-40B4-BE49-F238E27FC236}">
                  <a16:creationId xmlns:a16="http://schemas.microsoft.com/office/drawing/2014/main" id="{10136A3F-CA21-BFEC-12DB-F99CB9711B60}"/>
                </a:ext>
              </a:extLst>
            </p:cNvPr>
            <p:cNvGrpSpPr/>
            <p:nvPr/>
          </p:nvGrpSpPr>
          <p:grpSpPr>
            <a:xfrm>
              <a:off x="1171152" y="3086103"/>
              <a:ext cx="5482155" cy="3665879"/>
              <a:chOff x="1171152" y="3086103"/>
              <a:chExt cx="5482155" cy="3665879"/>
            </a:xfrm>
          </p:grpSpPr>
          <p:pic>
            <p:nvPicPr>
              <p:cNvPr id="7" name="Picture 6">
                <a:extLst>
                  <a:ext uri="{FF2B5EF4-FFF2-40B4-BE49-F238E27FC236}">
                    <a16:creationId xmlns:a16="http://schemas.microsoft.com/office/drawing/2014/main" id="{B933194E-71B5-1D43-8026-D0CCEDEE946C}"/>
                  </a:ext>
                </a:extLst>
              </p:cNvPr>
              <p:cNvPicPr>
                <a:picLocks noChangeAspect="1"/>
              </p:cNvPicPr>
              <p:nvPr/>
            </p:nvPicPr>
            <p:blipFill>
              <a:blip r:embed="rId3">
                <a:clrChange>
                  <a:clrFrom>
                    <a:srgbClr val="FFFFFF"/>
                  </a:clrFrom>
                  <a:clrTo>
                    <a:srgbClr val="FFFFFF">
                      <a:alpha val="0"/>
                    </a:srgbClr>
                  </a:clrTo>
                </a:clrChange>
                <a:duotone>
                  <a:prstClr val="black"/>
                  <a:schemeClr val="accent5">
                    <a:tint val="45000"/>
                    <a:satMod val="400000"/>
                  </a:schemeClr>
                </a:duotone>
              </a:blip>
              <a:stretch>
                <a:fillRect/>
              </a:stretch>
            </p:blipFill>
            <p:spPr>
              <a:xfrm>
                <a:off x="1171152" y="3260049"/>
                <a:ext cx="5482155" cy="3491933"/>
              </a:xfrm>
              <a:prstGeom prst="rect">
                <a:avLst/>
              </a:prstGeom>
            </p:spPr>
          </p:pic>
          <p:sp>
            <p:nvSpPr>
              <p:cNvPr id="8" name="Left Bracket 7">
                <a:extLst>
                  <a:ext uri="{FF2B5EF4-FFF2-40B4-BE49-F238E27FC236}">
                    <a16:creationId xmlns:a16="http://schemas.microsoft.com/office/drawing/2014/main" id="{6D46BEC1-5F6E-90AA-71EC-334035F9D893}"/>
                  </a:ext>
                </a:extLst>
              </p:cNvPr>
              <p:cNvSpPr/>
              <p:nvPr/>
            </p:nvSpPr>
            <p:spPr>
              <a:xfrm rot="5400000">
                <a:off x="3858174" y="487643"/>
                <a:ext cx="108110" cy="5305030"/>
              </a:xfrm>
              <a:prstGeom prst="leftBracke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0" name="TextBox 9">
              <a:extLst>
                <a:ext uri="{FF2B5EF4-FFF2-40B4-BE49-F238E27FC236}">
                  <a16:creationId xmlns:a16="http://schemas.microsoft.com/office/drawing/2014/main" id="{848A1A48-550E-72E0-8B0C-B9DC0A389990}"/>
                </a:ext>
              </a:extLst>
            </p:cNvPr>
            <p:cNvSpPr txBox="1"/>
            <p:nvPr/>
          </p:nvSpPr>
          <p:spPr>
            <a:xfrm>
              <a:off x="3498209" y="2787089"/>
              <a:ext cx="738231" cy="307777"/>
            </a:xfrm>
            <a:prstGeom prst="rect">
              <a:avLst/>
            </a:prstGeom>
            <a:noFill/>
          </p:spPr>
          <p:txBody>
            <a:bodyPr wrap="square" rtlCol="0">
              <a:spAutoFit/>
            </a:bodyPr>
            <a:lstStyle/>
            <a:p>
              <a:pPr algn="ctr"/>
              <a:r>
                <a:rPr lang="en-US" sz="1400" dirty="0">
                  <a:latin typeface="Garamond" panose="02020404030301010803" pitchFamily="18" charset="0"/>
                </a:rPr>
                <a:t>32 bits</a:t>
              </a:r>
            </a:p>
          </p:txBody>
        </p:sp>
      </p:grpSp>
      <p:sp>
        <p:nvSpPr>
          <p:cNvPr id="2" name="TextBox 1">
            <a:extLst>
              <a:ext uri="{FF2B5EF4-FFF2-40B4-BE49-F238E27FC236}">
                <a16:creationId xmlns:a16="http://schemas.microsoft.com/office/drawing/2014/main" id="{557BFAE7-7F40-34E4-1A5B-E6A46D84FC63}"/>
              </a:ext>
            </a:extLst>
          </p:cNvPr>
          <p:cNvSpPr txBox="1"/>
          <p:nvPr/>
        </p:nvSpPr>
        <p:spPr>
          <a:xfrm>
            <a:off x="-72171" y="2549986"/>
            <a:ext cx="1435633" cy="954107"/>
          </a:xfrm>
          <a:prstGeom prst="rect">
            <a:avLst/>
          </a:prstGeom>
          <a:noFill/>
          <a:ln>
            <a:noFill/>
          </a:ln>
        </p:spPr>
        <p:txBody>
          <a:bodyPr wrap="square" rtlCol="0">
            <a:spAutoFit/>
          </a:bodyPr>
          <a:lstStyle/>
          <a:p>
            <a:pPr marL="228600" marR="0" algn="ctr"/>
            <a:r>
              <a:rPr lang="en-US" sz="1400" kern="100" dirty="0">
                <a:effectLst/>
                <a:latin typeface="Garamond" panose="02020404030301010803" pitchFamily="18" charset="0"/>
                <a:ea typeface="Calibri" panose="020F0502020204030204" pitchFamily="34" charset="0"/>
                <a:cs typeface="Arial" panose="020B0604020202020204" pitchFamily="34" charset="0"/>
              </a:rPr>
              <a:t>4 bits number that specify the IP version of datagram.</a:t>
            </a:r>
          </a:p>
        </p:txBody>
      </p:sp>
      <p:cxnSp>
        <p:nvCxnSpPr>
          <p:cNvPr id="15" name="Straight Arrow Connector 14">
            <a:extLst>
              <a:ext uri="{FF2B5EF4-FFF2-40B4-BE49-F238E27FC236}">
                <a16:creationId xmlns:a16="http://schemas.microsoft.com/office/drawing/2014/main" id="{657A4F43-7387-DAC8-FDB7-EAF71C67DCE7}"/>
              </a:ext>
            </a:extLst>
          </p:cNvPr>
          <p:cNvCxnSpPr>
            <a:cxnSpLocks/>
          </p:cNvCxnSpPr>
          <p:nvPr/>
        </p:nvCxnSpPr>
        <p:spPr>
          <a:xfrm flipH="1">
            <a:off x="1335978" y="3000358"/>
            <a:ext cx="7977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965E69B-3D40-AE22-505F-31C1E7A16E7B}"/>
              </a:ext>
            </a:extLst>
          </p:cNvPr>
          <p:cNvSpPr txBox="1"/>
          <p:nvPr/>
        </p:nvSpPr>
        <p:spPr>
          <a:xfrm>
            <a:off x="1517608" y="1331283"/>
            <a:ext cx="1362635" cy="1384995"/>
          </a:xfrm>
          <a:prstGeom prst="rect">
            <a:avLst/>
          </a:prstGeom>
          <a:noFill/>
        </p:spPr>
        <p:txBody>
          <a:bodyPr wrap="square" rtlCol="0">
            <a:spAutoFit/>
          </a:bodyPr>
          <a:lstStyle/>
          <a:p>
            <a:pPr algn="ctr"/>
            <a:r>
              <a:rPr lang="en-US" sz="1400" kern="100" dirty="0">
                <a:effectLst/>
                <a:latin typeface="Garamond" panose="02020404030301010803" pitchFamily="18" charset="0"/>
                <a:ea typeface="Calibri" panose="020F0502020204030204" pitchFamily="34" charset="0"/>
                <a:cs typeface="Arial" panose="020B0604020202020204" pitchFamily="34" charset="0"/>
              </a:rPr>
              <a:t>4 bits that determine where in the IP datagram, the payload begins.</a:t>
            </a:r>
          </a:p>
          <a:p>
            <a:pPr algn="ctr"/>
            <a:endParaRPr lang="en-US" sz="1400" dirty="0">
              <a:latin typeface="Garamond" panose="02020404030301010803" pitchFamily="18" charset="0"/>
            </a:endParaRPr>
          </a:p>
        </p:txBody>
      </p:sp>
      <p:cxnSp>
        <p:nvCxnSpPr>
          <p:cNvPr id="18" name="Straight Arrow Connector 17">
            <a:extLst>
              <a:ext uri="{FF2B5EF4-FFF2-40B4-BE49-F238E27FC236}">
                <a16:creationId xmlns:a16="http://schemas.microsoft.com/office/drawing/2014/main" id="{E065E9CE-F651-B861-AE5B-CDDBF9C703E3}"/>
              </a:ext>
            </a:extLst>
          </p:cNvPr>
          <p:cNvCxnSpPr>
            <a:cxnSpLocks/>
            <a:endCxn id="17" idx="3"/>
          </p:cNvCxnSpPr>
          <p:nvPr/>
        </p:nvCxnSpPr>
        <p:spPr>
          <a:xfrm flipH="1" flipV="1">
            <a:off x="2880243" y="2023781"/>
            <a:ext cx="331587" cy="6924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B09AC77-C7CF-A474-F1D1-CD68BACE6B0D}"/>
              </a:ext>
            </a:extLst>
          </p:cNvPr>
          <p:cNvSpPr txBox="1"/>
          <p:nvPr/>
        </p:nvSpPr>
        <p:spPr>
          <a:xfrm>
            <a:off x="3070819" y="1716109"/>
            <a:ext cx="3007291" cy="523220"/>
          </a:xfrm>
          <a:prstGeom prst="rect">
            <a:avLst/>
          </a:prstGeom>
          <a:noFill/>
        </p:spPr>
        <p:txBody>
          <a:bodyPr wrap="square" rtlCol="0">
            <a:spAutoFit/>
          </a:bodyPr>
          <a:lstStyle/>
          <a:p>
            <a:pPr algn="ctr"/>
            <a:r>
              <a:rPr lang="en-US" sz="1400" dirty="0">
                <a:effectLst/>
                <a:latin typeface="Garamond" panose="02020404030301010803" pitchFamily="18" charset="0"/>
                <a:ea typeface="Calibri" panose="020F0502020204030204" pitchFamily="34" charset="0"/>
                <a:cs typeface="Arial" panose="020B0604020202020204" pitchFamily="34" charset="0"/>
              </a:rPr>
              <a:t>TOS is the type of service bits were included in the IPv4 header.</a:t>
            </a:r>
            <a:r>
              <a:rPr lang="en-US" sz="1400" dirty="0">
                <a:effectLst/>
                <a:latin typeface="Garamond" panose="02020404030301010803" pitchFamily="18" charset="0"/>
              </a:rPr>
              <a:t> </a:t>
            </a:r>
            <a:endParaRPr lang="en-US" sz="1400" dirty="0">
              <a:latin typeface="Garamond" panose="02020404030301010803" pitchFamily="18" charset="0"/>
            </a:endParaRPr>
          </a:p>
        </p:txBody>
      </p:sp>
      <p:cxnSp>
        <p:nvCxnSpPr>
          <p:cNvPr id="25" name="Straight Arrow Connector 24">
            <a:extLst>
              <a:ext uri="{FF2B5EF4-FFF2-40B4-BE49-F238E27FC236}">
                <a16:creationId xmlns:a16="http://schemas.microsoft.com/office/drawing/2014/main" id="{D417A618-E274-4B08-9B5A-E718CB25B0DE}"/>
              </a:ext>
            </a:extLst>
          </p:cNvPr>
          <p:cNvCxnSpPr>
            <a:cxnSpLocks/>
          </p:cNvCxnSpPr>
          <p:nvPr/>
        </p:nvCxnSpPr>
        <p:spPr>
          <a:xfrm flipV="1">
            <a:off x="4242878" y="2263974"/>
            <a:ext cx="0" cy="4523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2A848F4-97FC-778F-B804-7619CA9C0F38}"/>
              </a:ext>
            </a:extLst>
          </p:cNvPr>
          <p:cNvSpPr txBox="1"/>
          <p:nvPr/>
        </p:nvSpPr>
        <p:spPr>
          <a:xfrm>
            <a:off x="6715790" y="973143"/>
            <a:ext cx="1545041" cy="1600438"/>
          </a:xfrm>
          <a:prstGeom prst="rect">
            <a:avLst/>
          </a:prstGeom>
          <a:noFill/>
        </p:spPr>
        <p:txBody>
          <a:bodyPr wrap="square" rtlCol="0">
            <a:spAutoFit/>
          </a:bodyPr>
          <a:lstStyle/>
          <a:p>
            <a:pPr algn="ctr"/>
            <a:r>
              <a:rPr lang="en-US" sz="1400" kern="100" dirty="0">
                <a:effectLst/>
                <a:latin typeface="Garamond" panose="02020404030301010803" pitchFamily="18" charset="0"/>
                <a:ea typeface="Calibri" panose="020F0502020204030204" pitchFamily="34" charset="0"/>
                <a:cs typeface="Arial" panose="020B0604020202020204" pitchFamily="34" charset="0"/>
              </a:rPr>
              <a:t>total length of the IP datagram (header plus data), measured in bytes; not more than 1500 bytes.</a:t>
            </a:r>
          </a:p>
          <a:p>
            <a:pPr algn="ctr"/>
            <a:endParaRPr lang="en-US" sz="1400" dirty="0">
              <a:latin typeface="Garamond" panose="02020404030301010803" pitchFamily="18" charset="0"/>
            </a:endParaRPr>
          </a:p>
        </p:txBody>
      </p:sp>
      <p:cxnSp>
        <p:nvCxnSpPr>
          <p:cNvPr id="30" name="Straight Arrow Connector 29">
            <a:extLst>
              <a:ext uri="{FF2B5EF4-FFF2-40B4-BE49-F238E27FC236}">
                <a16:creationId xmlns:a16="http://schemas.microsoft.com/office/drawing/2014/main" id="{6E8B40D8-7838-94D5-168E-ECF38AAD77B9}"/>
              </a:ext>
            </a:extLst>
          </p:cNvPr>
          <p:cNvCxnSpPr>
            <a:cxnSpLocks/>
            <a:endCxn id="28" idx="1"/>
          </p:cNvCxnSpPr>
          <p:nvPr/>
        </p:nvCxnSpPr>
        <p:spPr>
          <a:xfrm flipV="1">
            <a:off x="6096305" y="1773362"/>
            <a:ext cx="619485" cy="9205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DF6D9B4-0918-0549-6AB5-00B5AEF9D28B}"/>
              </a:ext>
            </a:extLst>
          </p:cNvPr>
          <p:cNvSpPr txBox="1"/>
          <p:nvPr/>
        </p:nvSpPr>
        <p:spPr>
          <a:xfrm>
            <a:off x="7850070" y="2546815"/>
            <a:ext cx="1545040" cy="1384995"/>
          </a:xfrm>
          <a:prstGeom prst="rect">
            <a:avLst/>
          </a:prstGeom>
          <a:noFill/>
        </p:spPr>
        <p:txBody>
          <a:bodyPr wrap="square" rtlCol="0">
            <a:spAutoFit/>
          </a:bodyPr>
          <a:lstStyle/>
          <a:p>
            <a:pPr algn="ctr"/>
            <a:r>
              <a:rPr lang="en-US" sz="1400" kern="100" dirty="0">
                <a:effectLst/>
                <a:latin typeface="Garamond" panose="02020404030301010803" pitchFamily="18" charset="0"/>
                <a:ea typeface="Calibri" panose="020F0502020204030204" pitchFamily="34" charset="0"/>
                <a:cs typeface="Arial" panose="020B0604020202020204" pitchFamily="34" charset="0"/>
              </a:rPr>
              <a:t>these three fields have to do IP fragmentation. IPv6 doesn't allow this fragmentation.</a:t>
            </a:r>
          </a:p>
          <a:p>
            <a:pPr algn="ctr"/>
            <a:endParaRPr lang="en-US" sz="1400" dirty="0">
              <a:latin typeface="Garamond" panose="02020404030301010803" pitchFamily="18" charset="0"/>
            </a:endParaRPr>
          </a:p>
        </p:txBody>
      </p:sp>
      <p:sp>
        <p:nvSpPr>
          <p:cNvPr id="33" name="Left Bracket 32">
            <a:extLst>
              <a:ext uri="{FF2B5EF4-FFF2-40B4-BE49-F238E27FC236}">
                <a16:creationId xmlns:a16="http://schemas.microsoft.com/office/drawing/2014/main" id="{DEB93DC6-824A-5B08-9E89-77EC79115682}"/>
              </a:ext>
            </a:extLst>
          </p:cNvPr>
          <p:cNvSpPr/>
          <p:nvPr/>
        </p:nvSpPr>
        <p:spPr>
          <a:xfrm rot="16200000" flipH="1">
            <a:off x="4883480" y="910837"/>
            <a:ext cx="182774" cy="5069293"/>
          </a:xfrm>
          <a:prstGeom prst="leftBracket">
            <a:avLst/>
          </a:pr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E3173309-A4A7-1DF7-33A8-D8903BCFC5C8}"/>
              </a:ext>
            </a:extLst>
          </p:cNvPr>
          <p:cNvCxnSpPr>
            <a:cxnSpLocks/>
          </p:cNvCxnSpPr>
          <p:nvPr/>
        </p:nvCxnSpPr>
        <p:spPr>
          <a:xfrm flipV="1">
            <a:off x="7111193" y="3163158"/>
            <a:ext cx="811182" cy="1994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BC889F1-F956-0CBA-61E1-7F694EE05378}"/>
              </a:ext>
            </a:extLst>
          </p:cNvPr>
          <p:cNvSpPr txBox="1"/>
          <p:nvPr/>
        </p:nvSpPr>
        <p:spPr>
          <a:xfrm>
            <a:off x="473031" y="4237065"/>
            <a:ext cx="1285147" cy="1600438"/>
          </a:xfrm>
          <a:prstGeom prst="rect">
            <a:avLst/>
          </a:prstGeom>
          <a:noFill/>
        </p:spPr>
        <p:txBody>
          <a:bodyPr wrap="square" rtlCol="0">
            <a:spAutoFit/>
          </a:bodyPr>
          <a:lstStyle/>
          <a:p>
            <a:pPr algn="ctr"/>
            <a:r>
              <a:rPr lang="en-US" sz="1400" kern="100" dirty="0">
                <a:effectLst/>
                <a:latin typeface="Garamond" panose="02020404030301010803" pitchFamily="18" charset="0"/>
                <a:ea typeface="Calibri" panose="020F0502020204030204" pitchFamily="34" charset="0"/>
                <a:cs typeface="Arial" panose="020B0604020202020204" pitchFamily="34" charset="0"/>
              </a:rPr>
              <a:t>TTL field is included to ensure that datagrams don't circulate forever.</a:t>
            </a:r>
          </a:p>
          <a:p>
            <a:pPr algn="ctr"/>
            <a:endParaRPr lang="en-US" sz="1400" dirty="0">
              <a:latin typeface="Garamond" panose="02020404030301010803" pitchFamily="18" charset="0"/>
            </a:endParaRPr>
          </a:p>
        </p:txBody>
      </p:sp>
      <p:cxnSp>
        <p:nvCxnSpPr>
          <p:cNvPr id="44" name="Straight Arrow Connector 43">
            <a:extLst>
              <a:ext uri="{FF2B5EF4-FFF2-40B4-BE49-F238E27FC236}">
                <a16:creationId xmlns:a16="http://schemas.microsoft.com/office/drawing/2014/main" id="{4CD35985-3F2E-E3C6-2D01-7AF42626AE3C}"/>
              </a:ext>
            </a:extLst>
          </p:cNvPr>
          <p:cNvCxnSpPr>
            <a:cxnSpLocks/>
            <a:endCxn id="42" idx="3"/>
          </p:cNvCxnSpPr>
          <p:nvPr/>
        </p:nvCxnSpPr>
        <p:spPr>
          <a:xfrm flipH="1">
            <a:off x="1758178" y="4011930"/>
            <a:ext cx="439772" cy="10253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E18CBDF-6A77-1B46-B158-C3053AEB8BDB}"/>
              </a:ext>
            </a:extLst>
          </p:cNvPr>
          <p:cNvSpPr txBox="1"/>
          <p:nvPr/>
        </p:nvSpPr>
        <p:spPr>
          <a:xfrm>
            <a:off x="7690361" y="4182397"/>
            <a:ext cx="1557118" cy="1815882"/>
          </a:xfrm>
          <a:prstGeom prst="rect">
            <a:avLst/>
          </a:prstGeom>
          <a:noFill/>
        </p:spPr>
        <p:txBody>
          <a:bodyPr wrap="square" rtlCol="0">
            <a:spAutoFit/>
          </a:bodyPr>
          <a:lstStyle/>
          <a:p>
            <a:pPr algn="ctr"/>
            <a:r>
              <a:rPr lang="en-US" sz="1400" dirty="0">
                <a:effectLst/>
                <a:latin typeface="Garamond" panose="02020404030301010803" pitchFamily="18" charset="0"/>
                <a:ea typeface="Calibri" panose="020F0502020204030204" pitchFamily="34" charset="0"/>
                <a:cs typeface="Arial" panose="020B0604020202020204" pitchFamily="34" charset="0"/>
              </a:rPr>
              <a:t>The value of this field indicates the specific transport-layer protocol to which the data portion of this IP datagram should</a:t>
            </a:r>
          </a:p>
          <a:p>
            <a:pPr algn="ctr"/>
            <a:r>
              <a:rPr lang="en-US" sz="1400" dirty="0">
                <a:effectLst/>
                <a:latin typeface="Garamond" panose="02020404030301010803" pitchFamily="18" charset="0"/>
                <a:ea typeface="Calibri" panose="020F0502020204030204" pitchFamily="34" charset="0"/>
                <a:cs typeface="Arial" panose="020B0604020202020204" pitchFamily="34" charset="0"/>
              </a:rPr>
              <a:t>be passed. </a:t>
            </a:r>
            <a:endParaRPr lang="en-US" sz="1400" dirty="0">
              <a:latin typeface="Garamond" panose="02020404030301010803" pitchFamily="18" charset="0"/>
            </a:endParaRPr>
          </a:p>
        </p:txBody>
      </p:sp>
      <p:cxnSp>
        <p:nvCxnSpPr>
          <p:cNvPr id="49" name="Straight Arrow Connector 48">
            <a:extLst>
              <a:ext uri="{FF2B5EF4-FFF2-40B4-BE49-F238E27FC236}">
                <a16:creationId xmlns:a16="http://schemas.microsoft.com/office/drawing/2014/main" id="{E85F130A-C7CB-7258-8623-652268DD8D38}"/>
              </a:ext>
            </a:extLst>
          </p:cNvPr>
          <p:cNvCxnSpPr>
            <a:cxnSpLocks/>
          </p:cNvCxnSpPr>
          <p:nvPr/>
        </p:nvCxnSpPr>
        <p:spPr>
          <a:xfrm>
            <a:off x="4812030" y="4011930"/>
            <a:ext cx="2932337" cy="10536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Slide Number Placeholder 49">
            <a:extLst>
              <a:ext uri="{FF2B5EF4-FFF2-40B4-BE49-F238E27FC236}">
                <a16:creationId xmlns:a16="http://schemas.microsoft.com/office/drawing/2014/main" id="{7BB8F938-B330-4FA4-188D-FC550C0B57F0}"/>
              </a:ext>
            </a:extLst>
          </p:cNvPr>
          <p:cNvSpPr>
            <a:spLocks noGrp="1"/>
          </p:cNvSpPr>
          <p:nvPr>
            <p:ph type="sldNum" sz="quarter" idx="12"/>
          </p:nvPr>
        </p:nvSpPr>
        <p:spPr/>
        <p:txBody>
          <a:bodyPr/>
          <a:lstStyle/>
          <a:p>
            <a:fld id="{CC90C3A5-607E-9F40-87DD-6234C3B54E7A}" type="slidenum">
              <a:rPr lang="en-US" smtClean="0"/>
              <a:t>3</a:t>
            </a:fld>
            <a:endParaRPr lang="en-US"/>
          </a:p>
        </p:txBody>
      </p:sp>
    </p:spTree>
    <p:extLst>
      <p:ext uri="{BB962C8B-B14F-4D97-AF65-F5344CB8AC3E}">
        <p14:creationId xmlns:p14="http://schemas.microsoft.com/office/powerpoint/2010/main" val="105740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AB0E1-C0D0-2C88-8ED0-C8DCA8D83AE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ACF0CE65-6B8B-42F8-E501-9746D58AE1F9}"/>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DFCCFFF7-C0D4-E9F2-B5C7-9436D84FD222}"/>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16C494B-B081-C976-CCEA-3010D6E5727F}"/>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DDBDB68B-6A1C-DA58-CFCC-9807BD762043}"/>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
        <p:nvSpPr>
          <p:cNvPr id="12" name="TextBox 11">
            <a:extLst>
              <a:ext uri="{FF2B5EF4-FFF2-40B4-BE49-F238E27FC236}">
                <a16:creationId xmlns:a16="http://schemas.microsoft.com/office/drawing/2014/main" id="{5B212C5C-DA6B-FEA2-53D3-7DCD62C57ACC}"/>
              </a:ext>
            </a:extLst>
          </p:cNvPr>
          <p:cNvSpPr txBox="1"/>
          <p:nvPr/>
        </p:nvSpPr>
        <p:spPr>
          <a:xfrm>
            <a:off x="270026" y="106018"/>
            <a:ext cx="7762626" cy="707886"/>
          </a:xfrm>
          <a:prstGeom prst="rect">
            <a:avLst/>
          </a:prstGeom>
          <a:noFill/>
        </p:spPr>
        <p:txBody>
          <a:bodyPr wrap="square" rtlCol="0">
            <a:spAutoFit/>
          </a:bodyPr>
          <a:lstStyle/>
          <a:p>
            <a:r>
              <a:rPr lang="en-US" sz="4000" kern="100" dirty="0">
                <a:effectLst/>
                <a:latin typeface="Garamond" panose="02020404030301010803" pitchFamily="18" charset="0"/>
                <a:ea typeface="Calibri" panose="020F0502020204030204" pitchFamily="34" charset="0"/>
                <a:cs typeface="Arial" panose="020B0604020202020204" pitchFamily="34" charset="0"/>
              </a:rPr>
              <a:t>1.1 IPv4 Datagram format:</a:t>
            </a:r>
          </a:p>
        </p:txBody>
      </p:sp>
      <p:sp>
        <p:nvSpPr>
          <p:cNvPr id="14" name="TextBox 13">
            <a:extLst>
              <a:ext uri="{FF2B5EF4-FFF2-40B4-BE49-F238E27FC236}">
                <a16:creationId xmlns:a16="http://schemas.microsoft.com/office/drawing/2014/main" id="{47D4453F-F24B-3D0F-7731-402D3587278A}"/>
              </a:ext>
            </a:extLst>
          </p:cNvPr>
          <p:cNvSpPr txBox="1"/>
          <p:nvPr/>
        </p:nvSpPr>
        <p:spPr>
          <a:xfrm>
            <a:off x="270026" y="813904"/>
            <a:ext cx="7762626" cy="430887"/>
          </a:xfrm>
          <a:prstGeom prst="rect">
            <a:avLst/>
          </a:prstGeom>
          <a:noFill/>
        </p:spPr>
        <p:txBody>
          <a:bodyPr wrap="square" rtlCol="0">
            <a:spAutoFit/>
          </a:bodyPr>
          <a:lstStyle/>
          <a:p>
            <a:pPr marL="342900" indent="-342900">
              <a:buFont typeface="Courier New" panose="02070309020205020404" pitchFamily="49" charset="0"/>
              <a:buChar char="o"/>
            </a:pPr>
            <a:r>
              <a:rPr lang="en-US" sz="2200" kern="100" dirty="0">
                <a:effectLst/>
                <a:latin typeface="Garamond" panose="02020404030301010803" pitchFamily="18" charset="0"/>
                <a:ea typeface="Calibri" panose="020F0502020204030204" pitchFamily="34" charset="0"/>
                <a:cs typeface="Arial" panose="020B0604020202020204" pitchFamily="34" charset="0"/>
              </a:rPr>
              <a:t>The key fields in the IPv4 datagram: </a:t>
            </a:r>
          </a:p>
        </p:txBody>
      </p:sp>
      <p:grpSp>
        <p:nvGrpSpPr>
          <p:cNvPr id="13" name="Group 12">
            <a:extLst>
              <a:ext uri="{FF2B5EF4-FFF2-40B4-BE49-F238E27FC236}">
                <a16:creationId xmlns:a16="http://schemas.microsoft.com/office/drawing/2014/main" id="{130004CF-7DB3-0A54-8D6A-E73BE2EFF7B1}"/>
              </a:ext>
            </a:extLst>
          </p:cNvPr>
          <p:cNvGrpSpPr/>
          <p:nvPr/>
        </p:nvGrpSpPr>
        <p:grpSpPr>
          <a:xfrm>
            <a:off x="2197950" y="2329810"/>
            <a:ext cx="5482155" cy="3964893"/>
            <a:chOff x="1171152" y="2787089"/>
            <a:chExt cx="5482155" cy="3964893"/>
          </a:xfrm>
        </p:grpSpPr>
        <p:grpSp>
          <p:nvGrpSpPr>
            <p:cNvPr id="9" name="Group 8">
              <a:extLst>
                <a:ext uri="{FF2B5EF4-FFF2-40B4-BE49-F238E27FC236}">
                  <a16:creationId xmlns:a16="http://schemas.microsoft.com/office/drawing/2014/main" id="{63F93F7B-4A3F-964A-2B2E-B012C7083CBE}"/>
                </a:ext>
              </a:extLst>
            </p:cNvPr>
            <p:cNvGrpSpPr/>
            <p:nvPr/>
          </p:nvGrpSpPr>
          <p:grpSpPr>
            <a:xfrm>
              <a:off x="1171152" y="3086103"/>
              <a:ext cx="5482155" cy="3665879"/>
              <a:chOff x="1171152" y="3086103"/>
              <a:chExt cx="5482155" cy="3665879"/>
            </a:xfrm>
          </p:grpSpPr>
          <p:pic>
            <p:nvPicPr>
              <p:cNvPr id="7" name="Picture 6">
                <a:extLst>
                  <a:ext uri="{FF2B5EF4-FFF2-40B4-BE49-F238E27FC236}">
                    <a16:creationId xmlns:a16="http://schemas.microsoft.com/office/drawing/2014/main" id="{3F5BFAAA-4C94-2192-1C48-2479B8AFEFF5}"/>
                  </a:ext>
                </a:extLst>
              </p:cNvPr>
              <p:cNvPicPr>
                <a:picLocks noChangeAspect="1"/>
              </p:cNvPicPr>
              <p:nvPr/>
            </p:nvPicPr>
            <p:blipFill>
              <a:blip r:embed="rId2">
                <a:clrChange>
                  <a:clrFrom>
                    <a:srgbClr val="FFFFFF"/>
                  </a:clrFrom>
                  <a:clrTo>
                    <a:srgbClr val="FFFFFF">
                      <a:alpha val="0"/>
                    </a:srgbClr>
                  </a:clrTo>
                </a:clrChange>
                <a:duotone>
                  <a:prstClr val="black"/>
                  <a:schemeClr val="accent5">
                    <a:tint val="45000"/>
                    <a:satMod val="400000"/>
                  </a:schemeClr>
                </a:duotone>
              </a:blip>
              <a:stretch>
                <a:fillRect/>
              </a:stretch>
            </p:blipFill>
            <p:spPr>
              <a:xfrm>
                <a:off x="1171152" y="3260049"/>
                <a:ext cx="5482155" cy="3491933"/>
              </a:xfrm>
              <a:prstGeom prst="rect">
                <a:avLst/>
              </a:prstGeom>
            </p:spPr>
          </p:pic>
          <p:sp>
            <p:nvSpPr>
              <p:cNvPr id="8" name="Left Bracket 7">
                <a:extLst>
                  <a:ext uri="{FF2B5EF4-FFF2-40B4-BE49-F238E27FC236}">
                    <a16:creationId xmlns:a16="http://schemas.microsoft.com/office/drawing/2014/main" id="{D060B358-1DB6-EE1D-E61F-27E826B5CF51}"/>
                  </a:ext>
                </a:extLst>
              </p:cNvPr>
              <p:cNvSpPr/>
              <p:nvPr/>
            </p:nvSpPr>
            <p:spPr>
              <a:xfrm rot="5400000">
                <a:off x="3858174" y="487643"/>
                <a:ext cx="108110" cy="5305030"/>
              </a:xfrm>
              <a:prstGeom prst="leftBracke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0" name="TextBox 9">
              <a:extLst>
                <a:ext uri="{FF2B5EF4-FFF2-40B4-BE49-F238E27FC236}">
                  <a16:creationId xmlns:a16="http://schemas.microsoft.com/office/drawing/2014/main" id="{0FE3F6E9-C746-2E7A-96C4-CA9891099885}"/>
                </a:ext>
              </a:extLst>
            </p:cNvPr>
            <p:cNvSpPr txBox="1"/>
            <p:nvPr/>
          </p:nvSpPr>
          <p:spPr>
            <a:xfrm>
              <a:off x="3498209" y="2787089"/>
              <a:ext cx="738231" cy="307777"/>
            </a:xfrm>
            <a:prstGeom prst="rect">
              <a:avLst/>
            </a:prstGeom>
            <a:noFill/>
          </p:spPr>
          <p:txBody>
            <a:bodyPr wrap="square" rtlCol="0">
              <a:spAutoFit/>
            </a:bodyPr>
            <a:lstStyle/>
            <a:p>
              <a:pPr algn="ctr"/>
              <a:r>
                <a:rPr lang="en-US" sz="1400" dirty="0">
                  <a:latin typeface="Garamond" panose="02020404030301010803" pitchFamily="18" charset="0"/>
                </a:rPr>
                <a:t>32 bits</a:t>
              </a:r>
            </a:p>
          </p:txBody>
        </p:sp>
      </p:grpSp>
      <p:sp>
        <p:nvSpPr>
          <p:cNvPr id="47" name="TextBox 46">
            <a:extLst>
              <a:ext uri="{FF2B5EF4-FFF2-40B4-BE49-F238E27FC236}">
                <a16:creationId xmlns:a16="http://schemas.microsoft.com/office/drawing/2014/main" id="{E8090CCA-2F3B-2A50-AD81-B30C044A0CB5}"/>
              </a:ext>
            </a:extLst>
          </p:cNvPr>
          <p:cNvSpPr txBox="1"/>
          <p:nvPr/>
        </p:nvSpPr>
        <p:spPr>
          <a:xfrm>
            <a:off x="4998494" y="1588071"/>
            <a:ext cx="2699449" cy="738664"/>
          </a:xfrm>
          <a:prstGeom prst="rect">
            <a:avLst/>
          </a:prstGeom>
          <a:noFill/>
        </p:spPr>
        <p:txBody>
          <a:bodyPr wrap="square" rtlCol="0">
            <a:spAutoFit/>
          </a:bodyPr>
          <a:lstStyle/>
          <a:p>
            <a:pPr marL="0" marR="0" algn="ctr"/>
            <a:r>
              <a:rPr lang="en-US" sz="1400" kern="100" dirty="0">
                <a:effectLst/>
                <a:latin typeface="Garamond" panose="02020404030301010803" pitchFamily="18" charset="0"/>
                <a:ea typeface="Calibri" panose="020F0502020204030204" pitchFamily="34" charset="0"/>
                <a:cs typeface="Arial" panose="020B0604020202020204" pitchFamily="34" charset="0"/>
              </a:rPr>
              <a:t>Internet checksum aids a router in detecting bit errors in a received IP datagram.</a:t>
            </a:r>
          </a:p>
        </p:txBody>
      </p:sp>
      <p:sp>
        <p:nvSpPr>
          <p:cNvPr id="50" name="Slide Number Placeholder 49">
            <a:extLst>
              <a:ext uri="{FF2B5EF4-FFF2-40B4-BE49-F238E27FC236}">
                <a16:creationId xmlns:a16="http://schemas.microsoft.com/office/drawing/2014/main" id="{C8E06A71-90A9-1A7E-76DF-6CA589E9A844}"/>
              </a:ext>
            </a:extLst>
          </p:cNvPr>
          <p:cNvSpPr>
            <a:spLocks noGrp="1"/>
          </p:cNvSpPr>
          <p:nvPr>
            <p:ph type="sldNum" sz="quarter" idx="12"/>
          </p:nvPr>
        </p:nvSpPr>
        <p:spPr/>
        <p:txBody>
          <a:bodyPr/>
          <a:lstStyle/>
          <a:p>
            <a:fld id="{CC90C3A5-607E-9F40-87DD-6234C3B54E7A}" type="slidenum">
              <a:rPr lang="en-US" smtClean="0"/>
              <a:t>4</a:t>
            </a:fld>
            <a:endParaRPr lang="en-US"/>
          </a:p>
        </p:txBody>
      </p:sp>
      <p:cxnSp>
        <p:nvCxnSpPr>
          <p:cNvPr id="22" name="Straight Arrow Connector 21">
            <a:extLst>
              <a:ext uri="{FF2B5EF4-FFF2-40B4-BE49-F238E27FC236}">
                <a16:creationId xmlns:a16="http://schemas.microsoft.com/office/drawing/2014/main" id="{02D1D9C0-A510-99F8-322E-D51798684449}"/>
              </a:ext>
            </a:extLst>
          </p:cNvPr>
          <p:cNvCxnSpPr>
            <a:cxnSpLocks/>
          </p:cNvCxnSpPr>
          <p:nvPr/>
        </p:nvCxnSpPr>
        <p:spPr>
          <a:xfrm flipV="1">
            <a:off x="7254093" y="2329810"/>
            <a:ext cx="0" cy="15906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Left Bracket 25">
            <a:extLst>
              <a:ext uri="{FF2B5EF4-FFF2-40B4-BE49-F238E27FC236}">
                <a16:creationId xmlns:a16="http://schemas.microsoft.com/office/drawing/2014/main" id="{ADB7691A-C688-87B8-D524-F0AE37AECA4F}"/>
              </a:ext>
            </a:extLst>
          </p:cNvPr>
          <p:cNvSpPr/>
          <p:nvPr/>
        </p:nvSpPr>
        <p:spPr>
          <a:xfrm>
            <a:off x="2114550" y="4320540"/>
            <a:ext cx="83400" cy="89154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5A6A8848-211A-8ABD-147F-99614EFAB290}"/>
              </a:ext>
            </a:extLst>
          </p:cNvPr>
          <p:cNvSpPr txBox="1"/>
          <p:nvPr/>
        </p:nvSpPr>
        <p:spPr>
          <a:xfrm>
            <a:off x="0" y="4257973"/>
            <a:ext cx="1557118" cy="954107"/>
          </a:xfrm>
          <a:prstGeom prst="rect">
            <a:avLst/>
          </a:prstGeom>
          <a:noFill/>
        </p:spPr>
        <p:txBody>
          <a:bodyPr wrap="square" rtlCol="0">
            <a:spAutoFit/>
          </a:bodyPr>
          <a:lstStyle/>
          <a:p>
            <a:pPr algn="ctr"/>
            <a:r>
              <a:rPr lang="en-US" sz="1400" dirty="0">
                <a:effectLst/>
                <a:latin typeface="Garamond" panose="02020404030301010803" pitchFamily="18" charset="0"/>
                <a:ea typeface="Calibri" panose="020F0502020204030204" pitchFamily="34" charset="0"/>
                <a:cs typeface="Arial" panose="020B0604020202020204" pitchFamily="34" charset="0"/>
              </a:rPr>
              <a:t>Often the source host determines the destination address via a DNS lookup.</a:t>
            </a:r>
            <a:r>
              <a:rPr lang="en-US" sz="1400" dirty="0">
                <a:effectLst/>
                <a:latin typeface="Garamond" panose="02020404030301010803" pitchFamily="18" charset="0"/>
              </a:rPr>
              <a:t> </a:t>
            </a:r>
            <a:endParaRPr lang="en-US" sz="1400" dirty="0">
              <a:latin typeface="Garamond" panose="02020404030301010803" pitchFamily="18" charset="0"/>
            </a:endParaRPr>
          </a:p>
        </p:txBody>
      </p:sp>
      <p:cxnSp>
        <p:nvCxnSpPr>
          <p:cNvPr id="31" name="Straight Arrow Connector 30">
            <a:extLst>
              <a:ext uri="{FF2B5EF4-FFF2-40B4-BE49-F238E27FC236}">
                <a16:creationId xmlns:a16="http://schemas.microsoft.com/office/drawing/2014/main" id="{F671A221-E53A-6CC2-0C74-C3871370967D}"/>
              </a:ext>
            </a:extLst>
          </p:cNvPr>
          <p:cNvCxnSpPr>
            <a:cxnSpLocks/>
          </p:cNvCxnSpPr>
          <p:nvPr/>
        </p:nvCxnSpPr>
        <p:spPr>
          <a:xfrm flipH="1">
            <a:off x="1557118" y="4766310"/>
            <a:ext cx="4572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1279267-B11A-9B4B-8045-F2A64AA59F6B}"/>
              </a:ext>
            </a:extLst>
          </p:cNvPr>
          <p:cNvSpPr txBox="1"/>
          <p:nvPr/>
        </p:nvSpPr>
        <p:spPr>
          <a:xfrm>
            <a:off x="726509" y="1439005"/>
            <a:ext cx="2392598" cy="1169551"/>
          </a:xfrm>
          <a:prstGeom prst="rect">
            <a:avLst/>
          </a:prstGeom>
          <a:noFill/>
        </p:spPr>
        <p:txBody>
          <a:bodyPr wrap="square" rtlCol="0">
            <a:spAutoFit/>
          </a:bodyPr>
          <a:lstStyle/>
          <a:p>
            <a:pPr algn="ctr"/>
            <a:r>
              <a:rPr lang="en-US" sz="1400" dirty="0">
                <a:effectLst/>
                <a:latin typeface="Garamond" panose="02020404030301010803" pitchFamily="18" charset="0"/>
                <a:ea typeface="Calibri" panose="020F0502020204030204" pitchFamily="34" charset="0"/>
                <a:cs typeface="Arial" panose="020B0604020202020204" pitchFamily="34" charset="0"/>
              </a:rPr>
              <a:t>The options fields allow an IP header to be extended. </a:t>
            </a:r>
            <a:r>
              <a:rPr lang="en-US" sz="1400" kern="100" dirty="0">
                <a:effectLst/>
                <a:latin typeface="Garamond" panose="02020404030301010803" pitchFamily="18" charset="0"/>
                <a:ea typeface="Calibri" panose="020F0502020204030204" pitchFamily="34" charset="0"/>
                <a:cs typeface="Arial" panose="020B0604020202020204" pitchFamily="34" charset="0"/>
              </a:rPr>
              <a:t>IP options were not included in the IPv6 header.</a:t>
            </a:r>
          </a:p>
          <a:p>
            <a:pPr algn="ctr"/>
            <a:endParaRPr lang="en-US" sz="1400" dirty="0">
              <a:latin typeface="Garamond" panose="02020404030301010803" pitchFamily="18" charset="0"/>
            </a:endParaRPr>
          </a:p>
        </p:txBody>
      </p:sp>
      <p:cxnSp>
        <p:nvCxnSpPr>
          <p:cNvPr id="36" name="Straight Arrow Connector 35">
            <a:extLst>
              <a:ext uri="{FF2B5EF4-FFF2-40B4-BE49-F238E27FC236}">
                <a16:creationId xmlns:a16="http://schemas.microsoft.com/office/drawing/2014/main" id="{B24A0242-B386-B52F-D71A-275E9AD15D79}"/>
              </a:ext>
            </a:extLst>
          </p:cNvPr>
          <p:cNvCxnSpPr>
            <a:cxnSpLocks/>
          </p:cNvCxnSpPr>
          <p:nvPr/>
        </p:nvCxnSpPr>
        <p:spPr>
          <a:xfrm flipH="1" flipV="1">
            <a:off x="3164147" y="2024645"/>
            <a:ext cx="748687" cy="35426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E21ACCE-FAC2-38D3-A7A1-4C6E26909F04}"/>
              </a:ext>
            </a:extLst>
          </p:cNvPr>
          <p:cNvSpPr txBox="1"/>
          <p:nvPr/>
        </p:nvSpPr>
        <p:spPr>
          <a:xfrm>
            <a:off x="7655875" y="3795959"/>
            <a:ext cx="1803729" cy="1384995"/>
          </a:xfrm>
          <a:prstGeom prst="rect">
            <a:avLst/>
          </a:prstGeom>
          <a:noFill/>
        </p:spPr>
        <p:txBody>
          <a:bodyPr wrap="square" rtlCol="0">
            <a:spAutoFit/>
          </a:bodyPr>
          <a:lstStyle/>
          <a:p>
            <a:pPr algn="ctr"/>
            <a:r>
              <a:rPr lang="en-US" sz="1400" kern="100" dirty="0">
                <a:effectLst/>
                <a:latin typeface="Garamond" panose="02020404030301010803" pitchFamily="18" charset="0"/>
                <a:ea typeface="Calibri" panose="020F0502020204030204" pitchFamily="34" charset="0"/>
                <a:cs typeface="Arial" panose="020B0604020202020204" pitchFamily="34" charset="0"/>
              </a:rPr>
              <a:t>payload is the last and most important field; contains the transport-layer segment (TCP/UDP).</a:t>
            </a:r>
          </a:p>
          <a:p>
            <a:pPr algn="ctr"/>
            <a:endParaRPr lang="en-US" sz="1400" dirty="0">
              <a:latin typeface="Garamond" panose="02020404030301010803" pitchFamily="18" charset="0"/>
            </a:endParaRPr>
          </a:p>
        </p:txBody>
      </p:sp>
      <p:cxnSp>
        <p:nvCxnSpPr>
          <p:cNvPr id="48" name="Straight Arrow Connector 47">
            <a:extLst>
              <a:ext uri="{FF2B5EF4-FFF2-40B4-BE49-F238E27FC236}">
                <a16:creationId xmlns:a16="http://schemas.microsoft.com/office/drawing/2014/main" id="{6F43A8B7-1A66-76CF-45D3-8F5B33670662}"/>
              </a:ext>
            </a:extLst>
          </p:cNvPr>
          <p:cNvCxnSpPr>
            <a:cxnSpLocks/>
          </p:cNvCxnSpPr>
          <p:nvPr/>
        </p:nvCxnSpPr>
        <p:spPr>
          <a:xfrm flipV="1">
            <a:off x="7254093" y="4640580"/>
            <a:ext cx="564027" cy="14035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6860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6C826-3F81-F876-6A37-D537A5B00AF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01CE152-3DA9-1758-1679-BCAB7FE596D9}"/>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4B8DC51E-9288-44DF-8A79-2A05CB6055D5}"/>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36139D3C-3A24-EFDA-0641-99EF875D931B}"/>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59AEC03E-7DFA-FEDC-DFF4-46111388AADA}"/>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
        <p:nvSpPr>
          <p:cNvPr id="12" name="TextBox 11">
            <a:extLst>
              <a:ext uri="{FF2B5EF4-FFF2-40B4-BE49-F238E27FC236}">
                <a16:creationId xmlns:a16="http://schemas.microsoft.com/office/drawing/2014/main" id="{A0DE9D66-A458-F934-AFA5-F2399F1796BB}"/>
              </a:ext>
            </a:extLst>
          </p:cNvPr>
          <p:cNvSpPr txBox="1"/>
          <p:nvPr/>
        </p:nvSpPr>
        <p:spPr>
          <a:xfrm>
            <a:off x="270026" y="106018"/>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1.2 A Q</a:t>
            </a:r>
            <a:r>
              <a:rPr lang="en-US" sz="4000" kern="100" dirty="0">
                <a:effectLst/>
                <a:latin typeface="Garamond" panose="02020404030301010803" pitchFamily="18" charset="0"/>
                <a:ea typeface="Calibri" panose="020F0502020204030204" pitchFamily="34" charset="0"/>
                <a:cs typeface="Arial" panose="020B0604020202020204" pitchFamily="34" charset="0"/>
              </a:rPr>
              <a:t>uestion?</a:t>
            </a:r>
          </a:p>
          <a:p>
            <a:endParaRPr lang="en-US" sz="4000" dirty="0">
              <a:latin typeface="Garamond" panose="02020404030301010803" pitchFamily="18" charset="0"/>
            </a:endParaRPr>
          </a:p>
        </p:txBody>
      </p:sp>
      <p:sp>
        <p:nvSpPr>
          <p:cNvPr id="14" name="TextBox 13">
            <a:extLst>
              <a:ext uri="{FF2B5EF4-FFF2-40B4-BE49-F238E27FC236}">
                <a16:creationId xmlns:a16="http://schemas.microsoft.com/office/drawing/2014/main" id="{0D427C6B-5FD5-94C0-B835-02C3ECC3A0D2}"/>
              </a:ext>
            </a:extLst>
          </p:cNvPr>
          <p:cNvSpPr txBox="1"/>
          <p:nvPr/>
        </p:nvSpPr>
        <p:spPr>
          <a:xfrm>
            <a:off x="270026" y="813904"/>
            <a:ext cx="7762626" cy="769441"/>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kern="100" dirty="0">
                <a:effectLst/>
                <a:latin typeface="Garamond" panose="02020404030301010803" pitchFamily="18" charset="0"/>
                <a:ea typeface="Calibri" panose="020F0502020204030204" pitchFamily="34" charset="0"/>
                <a:cs typeface="Arial" panose="020B0604020202020204" pitchFamily="34" charset="0"/>
              </a:rPr>
              <a:t>A question often asked at this point is, why does TCP/IP perform error checking at both the transport and network layers?</a:t>
            </a:r>
          </a:p>
        </p:txBody>
      </p:sp>
      <p:sp>
        <p:nvSpPr>
          <p:cNvPr id="50" name="Slide Number Placeholder 49">
            <a:extLst>
              <a:ext uri="{FF2B5EF4-FFF2-40B4-BE49-F238E27FC236}">
                <a16:creationId xmlns:a16="http://schemas.microsoft.com/office/drawing/2014/main" id="{7F5CC349-9D21-52DA-501C-ED85163F2179}"/>
              </a:ext>
            </a:extLst>
          </p:cNvPr>
          <p:cNvSpPr>
            <a:spLocks noGrp="1"/>
          </p:cNvSpPr>
          <p:nvPr>
            <p:ph type="sldNum" sz="quarter" idx="12"/>
          </p:nvPr>
        </p:nvSpPr>
        <p:spPr/>
        <p:txBody>
          <a:bodyPr/>
          <a:lstStyle/>
          <a:p>
            <a:fld id="{CC90C3A5-607E-9F40-87DD-6234C3B54E7A}" type="slidenum">
              <a:rPr lang="en-US" smtClean="0"/>
              <a:t>5</a:t>
            </a:fld>
            <a:endParaRPr lang="en-US"/>
          </a:p>
        </p:txBody>
      </p:sp>
      <p:sp>
        <p:nvSpPr>
          <p:cNvPr id="2" name="TextBox 1">
            <a:extLst>
              <a:ext uri="{FF2B5EF4-FFF2-40B4-BE49-F238E27FC236}">
                <a16:creationId xmlns:a16="http://schemas.microsoft.com/office/drawing/2014/main" id="{5F6FD576-E0E7-92C6-A960-B9B35BAFEE9F}"/>
              </a:ext>
            </a:extLst>
          </p:cNvPr>
          <p:cNvSpPr txBox="1"/>
          <p:nvPr/>
        </p:nvSpPr>
        <p:spPr>
          <a:xfrm>
            <a:off x="132865" y="1765161"/>
            <a:ext cx="4656305" cy="4093428"/>
          </a:xfrm>
          <a:prstGeom prst="rect">
            <a:avLst/>
          </a:prstGeom>
          <a:noFill/>
        </p:spPr>
        <p:txBody>
          <a:bodyPr wrap="square" rtlCol="0">
            <a:spAutoFit/>
          </a:bodyPr>
          <a:lstStyle/>
          <a:p>
            <a:pPr lvl="1" algn="just"/>
            <a:r>
              <a:rPr lang="en-US" sz="2000" kern="100" dirty="0">
                <a:effectLst/>
                <a:latin typeface="Garamond" panose="02020404030301010803" pitchFamily="18" charset="0"/>
                <a:ea typeface="Calibri" panose="020F0502020204030204" pitchFamily="34" charset="0"/>
                <a:cs typeface="Arial" panose="020B0604020202020204" pitchFamily="34" charset="0"/>
              </a:rPr>
              <a:t>There are several reasons for this repetition. First, note that only the IP header is checksummed at the IP layer, while the TCP/ UDP checksum is computed over the entire TCP/UDP segment. Second, TCP/ UDP and IP do not necessarily both have to belong to the same protocol stack. TCP can, in principle, run over a different network-layer protocol (for example, ATM) and IP can carry data that will not be passed to TCP/UDP. </a:t>
            </a:r>
          </a:p>
          <a:p>
            <a:pPr algn="just"/>
            <a:endParaRPr lang="en-US" sz="2000" dirty="0"/>
          </a:p>
        </p:txBody>
      </p:sp>
      <p:pic>
        <p:nvPicPr>
          <p:cNvPr id="15" name="Picture 14">
            <a:extLst>
              <a:ext uri="{FF2B5EF4-FFF2-40B4-BE49-F238E27FC236}">
                <a16:creationId xmlns:a16="http://schemas.microsoft.com/office/drawing/2014/main" id="{EF5733EA-C709-B6B0-A730-76C98593D7A4}"/>
              </a:ext>
            </a:extLst>
          </p:cNvPr>
          <p:cNvPicPr>
            <a:picLocks noChangeAspect="1"/>
          </p:cNvPicPr>
          <p:nvPr/>
        </p:nvPicPr>
        <p:blipFill>
          <a:blip r:embed="rId2">
            <a:clrChange>
              <a:clrFrom>
                <a:srgbClr val="333333"/>
              </a:clrFrom>
              <a:clrTo>
                <a:srgbClr val="333333">
                  <a:alpha val="0"/>
                </a:srgbClr>
              </a:clrTo>
            </a:clrChange>
          </a:blip>
          <a:stretch>
            <a:fillRect/>
          </a:stretch>
        </p:blipFill>
        <p:spPr>
          <a:xfrm>
            <a:off x="4817730" y="1933199"/>
            <a:ext cx="4494871" cy="3419659"/>
          </a:xfrm>
          <a:prstGeom prst="rect">
            <a:avLst/>
          </a:prstGeom>
        </p:spPr>
      </p:pic>
    </p:spTree>
    <p:extLst>
      <p:ext uri="{BB962C8B-B14F-4D97-AF65-F5344CB8AC3E}">
        <p14:creationId xmlns:p14="http://schemas.microsoft.com/office/powerpoint/2010/main" val="1913776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2635C-E9F9-EAE4-B5E8-CDBE5A49F0C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B0EAD67-4FAD-DE7F-FB8B-20FCB10F5A3E}"/>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64E7FDEF-E156-42C0-7D94-EBE42E8FD6B3}"/>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D7DEF074-C72E-0B4B-FAA7-346C3A976FA6}"/>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2D0A2BC5-0098-E393-3F68-A17B7DDCF1B0}"/>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F6FA46C3-4FB8-6855-DDD9-03914327AB97}"/>
              </a:ext>
            </a:extLst>
          </p:cNvPr>
          <p:cNvSpPr txBox="1"/>
          <p:nvPr/>
        </p:nvSpPr>
        <p:spPr>
          <a:xfrm>
            <a:off x="270026" y="106018"/>
            <a:ext cx="7762626" cy="707886"/>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1.3 Note</a:t>
            </a:r>
            <a:r>
              <a:rPr lang="en-US" sz="4000" kern="100" dirty="0">
                <a:effectLst/>
                <a:latin typeface="Garamond" panose="02020404030301010803" pitchFamily="18" charset="0"/>
                <a:ea typeface="Calibri" panose="020F0502020204030204" pitchFamily="34" charset="0"/>
                <a:cs typeface="Arial" panose="020B0604020202020204" pitchFamily="34" charset="0"/>
              </a:rPr>
              <a:t>:</a:t>
            </a:r>
            <a:endParaRPr lang="en-US" sz="4000" dirty="0">
              <a:latin typeface="Garamond" panose="02020404030301010803" pitchFamily="18" charset="0"/>
            </a:endParaRPr>
          </a:p>
        </p:txBody>
      </p:sp>
      <p:sp>
        <p:nvSpPr>
          <p:cNvPr id="14" name="TextBox 13">
            <a:extLst>
              <a:ext uri="{FF2B5EF4-FFF2-40B4-BE49-F238E27FC236}">
                <a16:creationId xmlns:a16="http://schemas.microsoft.com/office/drawing/2014/main" id="{293FA6E5-4E65-721F-6B9D-DEC4E7C3E71E}"/>
              </a:ext>
            </a:extLst>
          </p:cNvPr>
          <p:cNvSpPr txBox="1"/>
          <p:nvPr/>
        </p:nvSpPr>
        <p:spPr>
          <a:xfrm>
            <a:off x="270025" y="813904"/>
            <a:ext cx="8227203" cy="1446550"/>
          </a:xfrm>
          <a:prstGeom prst="rect">
            <a:avLst/>
          </a:prstGeom>
          <a:noFill/>
        </p:spPr>
        <p:txBody>
          <a:bodyPr wrap="square" rtlCol="0">
            <a:spAutoFit/>
          </a:bodyPr>
          <a:lstStyle/>
          <a:p>
            <a:pPr marL="342900" indent="-342900" algn="just" defTabSz="457200" eaLnBrk="1" latinLnBrk="0" hangingPunct="1">
              <a:buFont typeface="Courier New" panose="02070309020205020404" pitchFamily="49" charset="0"/>
              <a:buChar char="o"/>
            </a:pPr>
            <a:r>
              <a:rPr lang="en-US" sz="2200" dirty="0">
                <a:latin typeface="Garamond" panose="02020404030301010803" pitchFamily="18" charset="0"/>
                <a:ea typeface="Calibri" panose="020F0502020204030204" pitchFamily="34" charset="0"/>
                <a:cs typeface="Arial" panose="020B0604020202020204" pitchFamily="34" charset="0"/>
              </a:rPr>
              <a:t>A</a:t>
            </a:r>
            <a:r>
              <a:rPr lang="en-US" sz="2200" dirty="0">
                <a:effectLst/>
                <a:latin typeface="Garamond" panose="02020404030301010803" pitchFamily="18" charset="0"/>
                <a:ea typeface="Calibri" panose="020F0502020204030204" pitchFamily="34" charset="0"/>
                <a:cs typeface="Arial" panose="020B0604020202020204" pitchFamily="34" charset="0"/>
              </a:rPr>
              <a:t>n IP datagram has a total of 20 bytes of header (assuming no options). If the datagram carries a TCP segment, then each datagram carries a total of 40 bytes of header (20 bytes of IP header plus 20 bytes of TCP header) along with the application-layer message. </a:t>
            </a:r>
            <a:endParaRPr lang="en-US" sz="2200" dirty="0">
              <a:latin typeface="Garamond" panose="02020404030301010803" pitchFamily="18" charset="0"/>
            </a:endParaRPr>
          </a:p>
        </p:txBody>
      </p:sp>
      <p:sp>
        <p:nvSpPr>
          <p:cNvPr id="4" name="Slide Number Placeholder 3">
            <a:extLst>
              <a:ext uri="{FF2B5EF4-FFF2-40B4-BE49-F238E27FC236}">
                <a16:creationId xmlns:a16="http://schemas.microsoft.com/office/drawing/2014/main" id="{68177DE4-03F4-CD10-ABBE-74083E7BF05E}"/>
              </a:ext>
            </a:extLst>
          </p:cNvPr>
          <p:cNvSpPr>
            <a:spLocks noGrp="1"/>
          </p:cNvSpPr>
          <p:nvPr>
            <p:ph type="sldNum" sz="quarter" idx="12"/>
          </p:nvPr>
        </p:nvSpPr>
        <p:spPr/>
        <p:txBody>
          <a:bodyPr/>
          <a:lstStyle/>
          <a:p>
            <a:fld id="{CC90C3A5-607E-9F40-87DD-6234C3B54E7A}" type="slidenum">
              <a:rPr lang="en-US" smtClean="0"/>
              <a:t>6</a:t>
            </a:fld>
            <a:endParaRPr lang="en-US"/>
          </a:p>
        </p:txBody>
      </p:sp>
      <p:pic>
        <p:nvPicPr>
          <p:cNvPr id="7" name="Picture 6">
            <a:extLst>
              <a:ext uri="{FF2B5EF4-FFF2-40B4-BE49-F238E27FC236}">
                <a16:creationId xmlns:a16="http://schemas.microsoft.com/office/drawing/2014/main" id="{5569B280-4396-D0D0-F1F9-8F37417538CD}"/>
              </a:ext>
            </a:extLst>
          </p:cNvPr>
          <p:cNvPicPr>
            <a:picLocks noChangeAspect="1"/>
          </p:cNvPicPr>
          <p:nvPr/>
        </p:nvPicPr>
        <p:blipFill>
          <a:blip r:embed="rId2">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3">
                    <a14:imgEffect>
                      <a14:sharpenSoften amount="25000"/>
                    </a14:imgEffect>
                    <a14:imgEffect>
                      <a14:colorTemperature colorTemp="7200"/>
                    </a14:imgEffect>
                    <a14:imgEffect>
                      <a14:saturation sat="0"/>
                    </a14:imgEffect>
                    <a14:imgEffect>
                      <a14:brightnessContrast bright="40000" contrast="-40000"/>
                    </a14:imgEffect>
                  </a14:imgLayer>
                </a14:imgProps>
              </a:ext>
            </a:extLst>
          </a:blip>
          <a:stretch>
            <a:fillRect/>
          </a:stretch>
        </p:blipFill>
        <p:spPr>
          <a:xfrm>
            <a:off x="1016416" y="2328841"/>
            <a:ext cx="7571670" cy="4090272"/>
          </a:xfrm>
          <a:prstGeom prst="rect">
            <a:avLst/>
          </a:prstGeom>
          <a:ln>
            <a:noFill/>
          </a:ln>
        </p:spPr>
      </p:pic>
    </p:spTree>
    <p:extLst>
      <p:ext uri="{BB962C8B-B14F-4D97-AF65-F5344CB8AC3E}">
        <p14:creationId xmlns:p14="http://schemas.microsoft.com/office/powerpoint/2010/main" val="946796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D788D-73F1-F142-3E7F-DCACA1BD332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80785BE-75A9-D660-D8E9-A872821862F4}"/>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47E338B6-6D96-A255-14D2-ABCDA9DE8843}"/>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95912453-8390-4297-98D3-5A73A579D7B2}"/>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6CDAE4DF-3B85-CBD7-BD69-CB9F05B6C749}"/>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0" eaLnBrk="1" latinLnBrk="0" hangingPunct="1"/>
              <a:endParaRPr lang="en-US"/>
            </a:p>
          </p:txBody>
        </p:sp>
      </p:grpSp>
      <p:sp>
        <p:nvSpPr>
          <p:cNvPr id="12" name="TextBox 11">
            <a:extLst>
              <a:ext uri="{FF2B5EF4-FFF2-40B4-BE49-F238E27FC236}">
                <a16:creationId xmlns:a16="http://schemas.microsoft.com/office/drawing/2014/main" id="{CDAAF3DF-59C6-8589-7C0B-30F72D41BBF9}"/>
              </a:ext>
            </a:extLst>
          </p:cNvPr>
          <p:cNvSpPr txBox="1"/>
          <p:nvPr/>
        </p:nvSpPr>
        <p:spPr>
          <a:xfrm>
            <a:off x="270026" y="106018"/>
            <a:ext cx="7762626" cy="707886"/>
          </a:xfrm>
          <a:prstGeom prst="rect">
            <a:avLst/>
          </a:prstGeom>
          <a:noFill/>
        </p:spPr>
        <p:txBody>
          <a:bodyPr wrap="square" rtlCol="0">
            <a:spAutoFit/>
          </a:bodyPr>
          <a:lstStyle/>
          <a:p>
            <a:r>
              <a:rPr lang="en-US" sz="4000" kern="100" dirty="0">
                <a:effectLst/>
                <a:latin typeface="Garamond" panose="02020404030301010803" pitchFamily="18" charset="0"/>
                <a:ea typeface="Calibri" panose="020F0502020204030204" pitchFamily="34" charset="0"/>
                <a:cs typeface="Arial" panose="020B0604020202020204" pitchFamily="34" charset="0"/>
              </a:rPr>
              <a:t>1.4 IPv6:</a:t>
            </a:r>
          </a:p>
        </p:txBody>
      </p:sp>
      <p:sp>
        <p:nvSpPr>
          <p:cNvPr id="14" name="TextBox 13">
            <a:extLst>
              <a:ext uri="{FF2B5EF4-FFF2-40B4-BE49-F238E27FC236}">
                <a16:creationId xmlns:a16="http://schemas.microsoft.com/office/drawing/2014/main" id="{FAF7ED29-3ACF-2216-A0E9-7A066AE4133B}"/>
              </a:ext>
            </a:extLst>
          </p:cNvPr>
          <p:cNvSpPr txBox="1"/>
          <p:nvPr/>
        </p:nvSpPr>
        <p:spPr>
          <a:xfrm>
            <a:off x="270026" y="813904"/>
            <a:ext cx="7762626" cy="4001095"/>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dirty="0">
                <a:effectLst/>
                <a:latin typeface="TimesLTPro"/>
              </a:rPr>
              <a:t>The most important changes introduced in IPv6 are evident in the datagram format</a:t>
            </a:r>
            <a:r>
              <a:rPr lang="en-US" sz="2200" kern="100" dirty="0">
                <a:effectLst/>
                <a:latin typeface="Garamond" panose="02020404030301010803" pitchFamily="18" charset="0"/>
                <a:ea typeface="Calibri" panose="020F0502020204030204" pitchFamily="34" charset="0"/>
                <a:cs typeface="Arial" panose="020B0604020202020204" pitchFamily="34" charset="0"/>
              </a:rPr>
              <a:t>: </a:t>
            </a:r>
          </a:p>
          <a:p>
            <a:pPr lvl="1" algn="just"/>
            <a:endParaRPr lang="en-US" sz="2200" kern="100" dirty="0">
              <a:latin typeface="Garamond" panose="02020404030301010803" pitchFamily="18" charset="0"/>
              <a:ea typeface="Calibri" panose="020F0502020204030204" pitchFamily="34" charset="0"/>
              <a:cs typeface="Arial" panose="020B0604020202020204" pitchFamily="34" charset="0"/>
            </a:endParaRPr>
          </a:p>
          <a:p>
            <a:pPr marL="800100" lvl="1" indent="-342900" algn="just">
              <a:buFont typeface="Arial" panose="020B0604020202020204" pitchFamily="34" charset="0"/>
              <a:buChar char="•"/>
            </a:pPr>
            <a:r>
              <a:rPr lang="en-US" sz="2000" dirty="0">
                <a:effectLst/>
                <a:latin typeface="Garamond" panose="02020404030301010803" pitchFamily="18" charset="0"/>
              </a:rPr>
              <a:t>Expanded addressing capabilities. </a:t>
            </a:r>
          </a:p>
          <a:p>
            <a:pPr marL="800100" lvl="1" indent="-342900" algn="just">
              <a:buFont typeface="Arial" panose="020B0604020202020204" pitchFamily="34" charset="0"/>
              <a:buChar char="•"/>
            </a:pPr>
            <a:r>
              <a:rPr lang="en-US" sz="2000" dirty="0">
                <a:effectLst/>
                <a:latin typeface="Garamond" panose="02020404030301010803" pitchFamily="18" charset="0"/>
              </a:rPr>
              <a:t>A streamlined 40-byte header. </a:t>
            </a:r>
          </a:p>
          <a:p>
            <a:pPr marL="800100" lvl="1" indent="-342900" algn="just">
              <a:buFont typeface="Arial" panose="020B0604020202020204" pitchFamily="34" charset="0"/>
              <a:buChar char="•"/>
            </a:pPr>
            <a:r>
              <a:rPr lang="en-US" sz="2000" dirty="0">
                <a:effectLst/>
                <a:latin typeface="Garamond" panose="02020404030301010803" pitchFamily="18" charset="0"/>
              </a:rPr>
              <a:t>Flow labeling. </a:t>
            </a:r>
          </a:p>
          <a:p>
            <a:pPr lvl="1" algn="just"/>
            <a:endParaRPr lang="en-US" sz="2000" dirty="0">
              <a:effectLst/>
              <a:latin typeface="Garamond" panose="02020404030301010803" pitchFamily="18" charset="0"/>
            </a:endParaRPr>
          </a:p>
          <a:p>
            <a:pPr marL="342900" indent="-342900" algn="just">
              <a:buFont typeface="Courier New" panose="02070309020205020404" pitchFamily="49" charset="0"/>
              <a:buChar char="o"/>
            </a:pPr>
            <a:r>
              <a:rPr lang="en-US" sz="2200" dirty="0">
                <a:effectLst/>
                <a:latin typeface="Garamond" panose="02020404030301010803" pitchFamily="18" charset="0"/>
              </a:rPr>
              <a:t>IPv6 has introduced a new type of address, called an </a:t>
            </a:r>
            <a:r>
              <a:rPr lang="en-US" sz="2200" b="1" dirty="0">
                <a:effectLst/>
                <a:latin typeface="Garamond" panose="02020404030301010803" pitchFamily="18" charset="0"/>
              </a:rPr>
              <a:t>anycast address</a:t>
            </a:r>
            <a:r>
              <a:rPr lang="en-US" sz="2200" dirty="0">
                <a:effectLst/>
                <a:latin typeface="Garamond" panose="02020404030301010803" pitchFamily="18" charset="0"/>
              </a:rPr>
              <a:t>, that allows a datagram to be delivered to any one of a group of hosts. </a:t>
            </a:r>
          </a:p>
          <a:p>
            <a:pPr marL="342900" indent="-342900" algn="just">
              <a:buFont typeface="Courier New" panose="02070309020205020404" pitchFamily="49" charset="0"/>
              <a:buChar char="o"/>
            </a:pPr>
            <a:endParaRPr lang="en-US" sz="2200" dirty="0">
              <a:effectLst/>
              <a:latin typeface="Garamond" panose="02020404030301010803" pitchFamily="18" charset="0"/>
            </a:endParaRPr>
          </a:p>
          <a:p>
            <a:pPr marL="800100" lvl="1" indent="-342900" algn="just">
              <a:buFont typeface="Arial" panose="020B0604020202020204" pitchFamily="34" charset="0"/>
              <a:buChar char="•"/>
            </a:pPr>
            <a:endParaRPr lang="en-US" sz="2000" kern="100" dirty="0">
              <a:effectLst/>
              <a:latin typeface="Garamond" panose="02020404030301010803" pitchFamily="18"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22120B9-11FA-17BC-FBB8-4222C8A682DA}"/>
              </a:ext>
            </a:extLst>
          </p:cNvPr>
          <p:cNvSpPr>
            <a:spLocks noGrp="1"/>
          </p:cNvSpPr>
          <p:nvPr>
            <p:ph type="sldNum" sz="quarter" idx="12"/>
          </p:nvPr>
        </p:nvSpPr>
        <p:spPr/>
        <p:txBody>
          <a:bodyPr/>
          <a:lstStyle/>
          <a:p>
            <a:fld id="{CC90C3A5-607E-9F40-87DD-6234C3B54E7A}" type="slidenum">
              <a:rPr lang="en-US" smtClean="0"/>
              <a:t>7</a:t>
            </a:fld>
            <a:endParaRPr lang="en-US"/>
          </a:p>
        </p:txBody>
      </p:sp>
      <p:sp>
        <p:nvSpPr>
          <p:cNvPr id="8" name="TextBox 7">
            <a:extLst>
              <a:ext uri="{FF2B5EF4-FFF2-40B4-BE49-F238E27FC236}">
                <a16:creationId xmlns:a16="http://schemas.microsoft.com/office/drawing/2014/main" id="{B78B63C0-DF5E-7252-9323-7F9D298BEB63}"/>
              </a:ext>
            </a:extLst>
          </p:cNvPr>
          <p:cNvSpPr txBox="1"/>
          <p:nvPr/>
        </p:nvSpPr>
        <p:spPr>
          <a:xfrm>
            <a:off x="1885055" y="5376431"/>
            <a:ext cx="1773382" cy="400110"/>
          </a:xfrm>
          <a:prstGeom prst="rect">
            <a:avLst/>
          </a:prstGeom>
          <a:noFill/>
        </p:spPr>
        <p:txBody>
          <a:bodyPr wrap="square" rtlCol="0">
            <a:spAutoFit/>
          </a:bodyPr>
          <a:lstStyle/>
          <a:p>
            <a:pPr algn="ctr"/>
            <a:r>
              <a:rPr lang="en-US" sz="2000" b="1" dirty="0">
                <a:solidFill>
                  <a:srgbClr val="CC5FE8"/>
                </a:solidFill>
                <a:latin typeface="Garamond" panose="02020404030301010803" pitchFamily="18" charset="0"/>
              </a:rPr>
              <a:t>Site Prefix</a:t>
            </a:r>
          </a:p>
        </p:txBody>
      </p:sp>
      <p:sp>
        <p:nvSpPr>
          <p:cNvPr id="9" name="TextBox 8">
            <a:extLst>
              <a:ext uri="{FF2B5EF4-FFF2-40B4-BE49-F238E27FC236}">
                <a16:creationId xmlns:a16="http://schemas.microsoft.com/office/drawing/2014/main" id="{36733E81-2597-1BDD-CD87-67D77AD57826}"/>
              </a:ext>
            </a:extLst>
          </p:cNvPr>
          <p:cNvSpPr txBox="1"/>
          <p:nvPr/>
        </p:nvSpPr>
        <p:spPr>
          <a:xfrm>
            <a:off x="3540650" y="5384588"/>
            <a:ext cx="1773382" cy="400110"/>
          </a:xfrm>
          <a:prstGeom prst="rect">
            <a:avLst/>
          </a:prstGeom>
          <a:noFill/>
        </p:spPr>
        <p:txBody>
          <a:bodyPr wrap="square" rtlCol="0">
            <a:spAutoFit/>
          </a:bodyPr>
          <a:lstStyle/>
          <a:p>
            <a:pPr algn="ctr"/>
            <a:r>
              <a:rPr lang="en-US" sz="2000" b="1" dirty="0">
                <a:solidFill>
                  <a:schemeClr val="accent1">
                    <a:lumMod val="60000"/>
                    <a:lumOff val="40000"/>
                  </a:schemeClr>
                </a:solidFill>
                <a:latin typeface="Garamond" panose="02020404030301010803" pitchFamily="18" charset="0"/>
              </a:rPr>
              <a:t>Subnet ID</a:t>
            </a:r>
          </a:p>
        </p:txBody>
      </p:sp>
      <p:sp>
        <p:nvSpPr>
          <p:cNvPr id="10" name="TextBox 9">
            <a:extLst>
              <a:ext uri="{FF2B5EF4-FFF2-40B4-BE49-F238E27FC236}">
                <a16:creationId xmlns:a16="http://schemas.microsoft.com/office/drawing/2014/main" id="{C2D30B75-AEF3-B58D-9462-F27AF5D7BF3C}"/>
              </a:ext>
            </a:extLst>
          </p:cNvPr>
          <p:cNvSpPr txBox="1"/>
          <p:nvPr/>
        </p:nvSpPr>
        <p:spPr>
          <a:xfrm>
            <a:off x="5492248" y="5357307"/>
            <a:ext cx="1773382" cy="400110"/>
          </a:xfrm>
          <a:prstGeom prst="rect">
            <a:avLst/>
          </a:prstGeom>
          <a:noFill/>
        </p:spPr>
        <p:txBody>
          <a:bodyPr wrap="square" rtlCol="0">
            <a:spAutoFit/>
          </a:bodyPr>
          <a:lstStyle/>
          <a:p>
            <a:pPr algn="ctr"/>
            <a:r>
              <a:rPr lang="en-US" sz="2000" b="1" dirty="0">
                <a:solidFill>
                  <a:srgbClr val="178B8C"/>
                </a:solidFill>
                <a:latin typeface="Garamond" panose="02020404030301010803" pitchFamily="18" charset="0"/>
              </a:rPr>
              <a:t>Interface ID</a:t>
            </a:r>
          </a:p>
        </p:txBody>
      </p:sp>
      <p:sp>
        <p:nvSpPr>
          <p:cNvPr id="13" name="TextBox 12">
            <a:extLst>
              <a:ext uri="{FF2B5EF4-FFF2-40B4-BE49-F238E27FC236}">
                <a16:creationId xmlns:a16="http://schemas.microsoft.com/office/drawing/2014/main" id="{4A35917B-CBE3-2017-1968-E12623B6D0D6}"/>
              </a:ext>
            </a:extLst>
          </p:cNvPr>
          <p:cNvSpPr txBox="1"/>
          <p:nvPr/>
        </p:nvSpPr>
        <p:spPr>
          <a:xfrm>
            <a:off x="1604682" y="4833880"/>
            <a:ext cx="6911789" cy="523220"/>
          </a:xfrm>
          <a:prstGeom prst="rect">
            <a:avLst/>
          </a:prstGeom>
          <a:noFill/>
        </p:spPr>
        <p:txBody>
          <a:bodyPr wrap="square" rtlCol="0">
            <a:spAutoFit/>
          </a:bodyPr>
          <a:lstStyle/>
          <a:p>
            <a:r>
              <a:rPr lang="en-US" sz="2800" b="1" dirty="0">
                <a:solidFill>
                  <a:srgbClr val="CC5FE8"/>
                </a:solidFill>
                <a:latin typeface="Garamond" panose="02020404030301010803" pitchFamily="18" charset="0"/>
              </a:rPr>
              <a:t>2001</a:t>
            </a:r>
            <a:r>
              <a:rPr lang="en-US" sz="2800" b="1" dirty="0">
                <a:solidFill>
                  <a:srgbClr val="945200"/>
                </a:solidFill>
                <a:latin typeface="Garamond" panose="02020404030301010803" pitchFamily="18" charset="0"/>
              </a:rPr>
              <a:t>:</a:t>
            </a:r>
            <a:r>
              <a:rPr lang="en-US" sz="2800" b="1" dirty="0">
                <a:solidFill>
                  <a:srgbClr val="CC5FE8"/>
                </a:solidFill>
                <a:latin typeface="Garamond" panose="02020404030301010803" pitchFamily="18" charset="0"/>
              </a:rPr>
              <a:t>0db8</a:t>
            </a:r>
            <a:r>
              <a:rPr lang="en-US" sz="2800" b="1" dirty="0">
                <a:solidFill>
                  <a:schemeClr val="accent1">
                    <a:lumMod val="60000"/>
                    <a:lumOff val="40000"/>
                  </a:schemeClr>
                </a:solidFill>
                <a:latin typeface="Garamond" panose="02020404030301010803" pitchFamily="18" charset="0"/>
              </a:rPr>
              <a:t>:</a:t>
            </a:r>
            <a:r>
              <a:rPr lang="en-US" sz="2800" b="1" dirty="0">
                <a:solidFill>
                  <a:srgbClr val="CC5FE8"/>
                </a:solidFill>
                <a:latin typeface="Garamond" panose="02020404030301010803" pitchFamily="18" charset="0"/>
              </a:rPr>
              <a:t>85a3</a:t>
            </a:r>
            <a:r>
              <a:rPr lang="en-US" sz="2800" b="1" dirty="0">
                <a:solidFill>
                  <a:schemeClr val="accent1">
                    <a:lumMod val="60000"/>
                    <a:lumOff val="40000"/>
                  </a:schemeClr>
                </a:solidFill>
                <a:latin typeface="Garamond" panose="02020404030301010803" pitchFamily="18" charset="0"/>
              </a:rPr>
              <a:t>:0000:</a:t>
            </a:r>
            <a:r>
              <a:rPr lang="en-US" sz="2800" b="1" dirty="0">
                <a:solidFill>
                  <a:srgbClr val="178B8C"/>
                </a:solidFill>
                <a:latin typeface="Garamond" panose="02020404030301010803" pitchFamily="18" charset="0"/>
              </a:rPr>
              <a:t>0000</a:t>
            </a:r>
            <a:r>
              <a:rPr lang="en-US" sz="2800" b="1" dirty="0">
                <a:solidFill>
                  <a:schemeClr val="accent1">
                    <a:lumMod val="60000"/>
                    <a:lumOff val="40000"/>
                  </a:schemeClr>
                </a:solidFill>
                <a:latin typeface="Garamond" panose="02020404030301010803" pitchFamily="18" charset="0"/>
              </a:rPr>
              <a:t>:</a:t>
            </a:r>
            <a:r>
              <a:rPr lang="en-US" sz="2800" b="1" dirty="0">
                <a:solidFill>
                  <a:srgbClr val="178B8C"/>
                </a:solidFill>
                <a:latin typeface="Garamond" panose="02020404030301010803" pitchFamily="18" charset="0"/>
              </a:rPr>
              <a:t>8a2e</a:t>
            </a:r>
            <a:r>
              <a:rPr lang="en-US" sz="2800" b="1" dirty="0">
                <a:solidFill>
                  <a:schemeClr val="accent1">
                    <a:lumMod val="60000"/>
                    <a:lumOff val="40000"/>
                  </a:schemeClr>
                </a:solidFill>
                <a:latin typeface="Garamond" panose="02020404030301010803" pitchFamily="18" charset="0"/>
              </a:rPr>
              <a:t>:</a:t>
            </a:r>
            <a:r>
              <a:rPr lang="en-US" sz="2800" b="1" dirty="0">
                <a:solidFill>
                  <a:srgbClr val="178B8C"/>
                </a:solidFill>
                <a:latin typeface="Garamond" panose="02020404030301010803" pitchFamily="18" charset="0"/>
              </a:rPr>
              <a:t>0370</a:t>
            </a:r>
            <a:r>
              <a:rPr lang="en-US" sz="2800" b="1" dirty="0">
                <a:solidFill>
                  <a:schemeClr val="accent1">
                    <a:lumMod val="60000"/>
                    <a:lumOff val="40000"/>
                  </a:schemeClr>
                </a:solidFill>
                <a:latin typeface="Garamond" panose="02020404030301010803" pitchFamily="18" charset="0"/>
              </a:rPr>
              <a:t>:</a:t>
            </a:r>
            <a:r>
              <a:rPr lang="en-US" sz="2800" b="1" dirty="0">
                <a:solidFill>
                  <a:srgbClr val="178B8C"/>
                </a:solidFill>
                <a:latin typeface="Garamond" panose="02020404030301010803" pitchFamily="18" charset="0"/>
              </a:rPr>
              <a:t>7334</a:t>
            </a:r>
          </a:p>
        </p:txBody>
      </p:sp>
      <p:sp>
        <p:nvSpPr>
          <p:cNvPr id="15" name="Left Bracket 14">
            <a:extLst>
              <a:ext uri="{FF2B5EF4-FFF2-40B4-BE49-F238E27FC236}">
                <a16:creationId xmlns:a16="http://schemas.microsoft.com/office/drawing/2014/main" id="{84B066D9-173B-786C-C969-21B1A6F261BE}"/>
              </a:ext>
            </a:extLst>
          </p:cNvPr>
          <p:cNvSpPr/>
          <p:nvPr/>
        </p:nvSpPr>
        <p:spPr>
          <a:xfrm rot="16200000">
            <a:off x="2745766" y="4187278"/>
            <a:ext cx="105770" cy="2237856"/>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ket 15">
            <a:extLst>
              <a:ext uri="{FF2B5EF4-FFF2-40B4-BE49-F238E27FC236}">
                <a16:creationId xmlns:a16="http://schemas.microsoft.com/office/drawing/2014/main" id="{A561BADD-DFEB-A5D8-6803-B86F986F212E}"/>
              </a:ext>
            </a:extLst>
          </p:cNvPr>
          <p:cNvSpPr/>
          <p:nvPr/>
        </p:nvSpPr>
        <p:spPr>
          <a:xfrm rot="16200000">
            <a:off x="6223200" y="3879614"/>
            <a:ext cx="77298" cy="287767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ket 16">
            <a:extLst>
              <a:ext uri="{FF2B5EF4-FFF2-40B4-BE49-F238E27FC236}">
                <a16:creationId xmlns:a16="http://schemas.microsoft.com/office/drawing/2014/main" id="{768633DC-2F51-42D3-03CD-33CAA67B18BC}"/>
              </a:ext>
            </a:extLst>
          </p:cNvPr>
          <p:cNvSpPr/>
          <p:nvPr/>
        </p:nvSpPr>
        <p:spPr>
          <a:xfrm rot="16200000">
            <a:off x="4302611" y="5010984"/>
            <a:ext cx="116493" cy="6135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88132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1A1A-C594-76EC-55CA-9AC09388F73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4719459-F849-1D07-2855-3BA1508E534E}"/>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69406E1B-64B8-92D6-2880-FB9FC5F70857}"/>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1" eaLnBrk="1" latinLnBrk="0" hangingPunct="1"/>
              <a:endParaRPr lang="en-US"/>
            </a:p>
          </p:txBody>
        </p:sp>
        <p:sp>
          <p:nvSpPr>
            <p:cNvPr id="3" name="Oval 2">
              <a:extLst>
                <a:ext uri="{FF2B5EF4-FFF2-40B4-BE49-F238E27FC236}">
                  <a16:creationId xmlns:a16="http://schemas.microsoft.com/office/drawing/2014/main" id="{27F1E6F3-AD74-A988-E2FB-D807F95E7B8F}"/>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1" eaLnBrk="1" latinLnBrk="0" hangingPunct="1"/>
              <a:endParaRPr lang="en-US" dirty="0"/>
            </a:p>
          </p:txBody>
        </p:sp>
        <p:sp>
          <p:nvSpPr>
            <p:cNvPr id="11" name="Oval 10">
              <a:extLst>
                <a:ext uri="{FF2B5EF4-FFF2-40B4-BE49-F238E27FC236}">
                  <a16:creationId xmlns:a16="http://schemas.microsoft.com/office/drawing/2014/main" id="{1A0BBEF0-20FB-6BE6-44FC-5A35BFA9D8CE}"/>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0" eaLnBrk="1" latinLnBrk="0" hangingPunct="1"/>
              <a:endParaRPr lang="en-US" dirty="0"/>
            </a:p>
          </p:txBody>
        </p:sp>
      </p:grpSp>
      <p:sp>
        <p:nvSpPr>
          <p:cNvPr id="12" name="TextBox 11">
            <a:extLst>
              <a:ext uri="{FF2B5EF4-FFF2-40B4-BE49-F238E27FC236}">
                <a16:creationId xmlns:a16="http://schemas.microsoft.com/office/drawing/2014/main" id="{E09667F1-512D-2ACE-C564-EFDAB834784A}"/>
              </a:ext>
            </a:extLst>
          </p:cNvPr>
          <p:cNvSpPr txBox="1"/>
          <p:nvPr/>
        </p:nvSpPr>
        <p:spPr>
          <a:xfrm>
            <a:off x="270026" y="106018"/>
            <a:ext cx="7762626" cy="707886"/>
          </a:xfrm>
          <a:prstGeom prst="rect">
            <a:avLst/>
          </a:prstGeom>
          <a:noFill/>
        </p:spPr>
        <p:txBody>
          <a:bodyPr wrap="square" rtlCol="0">
            <a:spAutoFit/>
          </a:bodyPr>
          <a:lstStyle/>
          <a:p>
            <a:r>
              <a:rPr lang="en-US" sz="4000" kern="100" dirty="0">
                <a:effectLst/>
                <a:latin typeface="Garamond" panose="02020404030301010803" pitchFamily="18" charset="0"/>
                <a:ea typeface="Calibri" panose="020F0502020204030204" pitchFamily="34" charset="0"/>
                <a:cs typeface="Arial" panose="020B0604020202020204" pitchFamily="34" charset="0"/>
              </a:rPr>
              <a:t>1.5 IPv6 Datagram format:</a:t>
            </a:r>
          </a:p>
        </p:txBody>
      </p:sp>
      <p:sp>
        <p:nvSpPr>
          <p:cNvPr id="14" name="TextBox 13">
            <a:extLst>
              <a:ext uri="{FF2B5EF4-FFF2-40B4-BE49-F238E27FC236}">
                <a16:creationId xmlns:a16="http://schemas.microsoft.com/office/drawing/2014/main" id="{F8AE374D-FD6C-FD1A-2693-913C36D7D0FA}"/>
              </a:ext>
            </a:extLst>
          </p:cNvPr>
          <p:cNvSpPr txBox="1"/>
          <p:nvPr/>
        </p:nvSpPr>
        <p:spPr>
          <a:xfrm>
            <a:off x="270026" y="813904"/>
            <a:ext cx="7762626" cy="430887"/>
          </a:xfrm>
          <a:prstGeom prst="rect">
            <a:avLst/>
          </a:prstGeom>
          <a:noFill/>
        </p:spPr>
        <p:txBody>
          <a:bodyPr wrap="square" rtlCol="0">
            <a:spAutoFit/>
          </a:bodyPr>
          <a:lstStyle/>
          <a:p>
            <a:pPr marL="342900" indent="-342900">
              <a:buFont typeface="Courier New" panose="02070309020205020404" pitchFamily="49" charset="0"/>
              <a:buChar char="o"/>
            </a:pPr>
            <a:r>
              <a:rPr lang="en-US" sz="2200" kern="100" dirty="0">
                <a:effectLst/>
                <a:latin typeface="Garamond" panose="02020404030301010803" pitchFamily="18" charset="0"/>
                <a:ea typeface="Calibri" panose="020F0502020204030204" pitchFamily="34" charset="0"/>
                <a:cs typeface="Arial" panose="020B0604020202020204" pitchFamily="34" charset="0"/>
              </a:rPr>
              <a:t>The key fields in the IPv6 datagram: </a:t>
            </a:r>
          </a:p>
        </p:txBody>
      </p:sp>
      <p:sp>
        <p:nvSpPr>
          <p:cNvPr id="4" name="Slide Number Placeholder 3">
            <a:extLst>
              <a:ext uri="{FF2B5EF4-FFF2-40B4-BE49-F238E27FC236}">
                <a16:creationId xmlns:a16="http://schemas.microsoft.com/office/drawing/2014/main" id="{2A2C8A84-2A86-376B-265F-AD65CEA3E449}"/>
              </a:ext>
            </a:extLst>
          </p:cNvPr>
          <p:cNvSpPr>
            <a:spLocks noGrp="1"/>
          </p:cNvSpPr>
          <p:nvPr>
            <p:ph type="sldNum" sz="quarter" idx="12"/>
          </p:nvPr>
        </p:nvSpPr>
        <p:spPr/>
        <p:txBody>
          <a:bodyPr/>
          <a:lstStyle/>
          <a:p>
            <a:fld id="{CC90C3A5-607E-9F40-87DD-6234C3B54E7A}" type="slidenum">
              <a:rPr lang="en-US" smtClean="0"/>
              <a:t>8</a:t>
            </a:fld>
            <a:endParaRPr lang="en-US"/>
          </a:p>
        </p:txBody>
      </p:sp>
      <p:grpSp>
        <p:nvGrpSpPr>
          <p:cNvPr id="18" name="Group 17">
            <a:extLst>
              <a:ext uri="{FF2B5EF4-FFF2-40B4-BE49-F238E27FC236}">
                <a16:creationId xmlns:a16="http://schemas.microsoft.com/office/drawing/2014/main" id="{A12A8FCE-C5BD-A850-BE34-BFB53E300C49}"/>
              </a:ext>
            </a:extLst>
          </p:cNvPr>
          <p:cNvGrpSpPr/>
          <p:nvPr/>
        </p:nvGrpSpPr>
        <p:grpSpPr>
          <a:xfrm>
            <a:off x="1998368" y="2149880"/>
            <a:ext cx="5675854" cy="3185128"/>
            <a:chOff x="1400065" y="1438147"/>
            <a:chExt cx="5675854" cy="3185128"/>
          </a:xfrm>
        </p:grpSpPr>
        <p:pic>
          <p:nvPicPr>
            <p:cNvPr id="9" name="Picture 8">
              <a:extLst>
                <a:ext uri="{FF2B5EF4-FFF2-40B4-BE49-F238E27FC236}">
                  <a16:creationId xmlns:a16="http://schemas.microsoft.com/office/drawing/2014/main" id="{1D7C1905-03F8-1284-2561-A860CC301F6B}"/>
                </a:ext>
              </a:extLst>
            </p:cNvPr>
            <p:cNvPicPr>
              <a:picLocks noChangeAspect="1"/>
            </p:cNvPicPr>
            <p:nvPr/>
          </p:nvPicPr>
          <p:blipFill>
            <a:blip r:embed="rId3">
              <a:clrChange>
                <a:clrFrom>
                  <a:srgbClr val="FFFFFF"/>
                </a:clrFrom>
                <a:clrTo>
                  <a:srgbClr val="FFFFFF">
                    <a:alpha val="0"/>
                  </a:srgbClr>
                </a:clrTo>
              </a:clrChange>
              <a:duotone>
                <a:prstClr val="black"/>
                <a:schemeClr val="accent5">
                  <a:tint val="45000"/>
                  <a:satMod val="400000"/>
                </a:schemeClr>
              </a:duotone>
            </a:blip>
            <a:stretch>
              <a:fillRect/>
            </a:stretch>
          </p:blipFill>
          <p:spPr>
            <a:xfrm>
              <a:off x="1400067" y="1956808"/>
              <a:ext cx="5675852" cy="2666467"/>
            </a:xfrm>
            <a:prstGeom prst="rect">
              <a:avLst/>
            </a:prstGeom>
          </p:spPr>
        </p:pic>
        <p:grpSp>
          <p:nvGrpSpPr>
            <p:cNvPr id="10" name="Group 9">
              <a:extLst>
                <a:ext uri="{FF2B5EF4-FFF2-40B4-BE49-F238E27FC236}">
                  <a16:creationId xmlns:a16="http://schemas.microsoft.com/office/drawing/2014/main" id="{1F7F0069-BE16-F3B5-EF03-9D1D10B47B0D}"/>
                </a:ext>
              </a:extLst>
            </p:cNvPr>
            <p:cNvGrpSpPr/>
            <p:nvPr/>
          </p:nvGrpSpPr>
          <p:grpSpPr>
            <a:xfrm>
              <a:off x="1400065" y="1438147"/>
              <a:ext cx="5592795" cy="419312"/>
              <a:chOff x="512228" y="2827999"/>
              <a:chExt cx="5592795" cy="419312"/>
            </a:xfrm>
          </p:grpSpPr>
          <p:sp>
            <p:nvSpPr>
              <p:cNvPr id="17" name="Left Bracket 16">
                <a:extLst>
                  <a:ext uri="{FF2B5EF4-FFF2-40B4-BE49-F238E27FC236}">
                    <a16:creationId xmlns:a16="http://schemas.microsoft.com/office/drawing/2014/main" id="{D815C2A1-2E9D-587B-0D8C-5D6C1B5B6AA8}"/>
                  </a:ext>
                </a:extLst>
              </p:cNvPr>
              <p:cNvSpPr/>
              <p:nvPr/>
            </p:nvSpPr>
            <p:spPr>
              <a:xfrm rot="5400000">
                <a:off x="3252858" y="395146"/>
                <a:ext cx="111535" cy="5592795"/>
              </a:xfrm>
              <a:prstGeom prst="leftBracke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TextBox 14">
                <a:extLst>
                  <a:ext uri="{FF2B5EF4-FFF2-40B4-BE49-F238E27FC236}">
                    <a16:creationId xmlns:a16="http://schemas.microsoft.com/office/drawing/2014/main" id="{AEA7E6AC-F42C-56C0-C501-46E06EBB1509}"/>
                  </a:ext>
                </a:extLst>
              </p:cNvPr>
              <p:cNvSpPr txBox="1"/>
              <p:nvPr/>
            </p:nvSpPr>
            <p:spPr>
              <a:xfrm>
                <a:off x="2939509" y="2827999"/>
                <a:ext cx="738231" cy="307777"/>
              </a:xfrm>
              <a:prstGeom prst="rect">
                <a:avLst/>
              </a:prstGeom>
              <a:noFill/>
            </p:spPr>
            <p:txBody>
              <a:bodyPr wrap="square" rtlCol="0">
                <a:spAutoFit/>
              </a:bodyPr>
              <a:lstStyle/>
              <a:p>
                <a:pPr algn="ctr"/>
                <a:r>
                  <a:rPr lang="en-US" sz="1400" dirty="0">
                    <a:latin typeface="Garamond" panose="02020404030301010803" pitchFamily="18" charset="0"/>
                  </a:rPr>
                  <a:t>32 bits</a:t>
                </a:r>
              </a:p>
            </p:txBody>
          </p:sp>
        </p:grpSp>
      </p:grpSp>
      <p:sp>
        <p:nvSpPr>
          <p:cNvPr id="19" name="TextBox 18">
            <a:extLst>
              <a:ext uri="{FF2B5EF4-FFF2-40B4-BE49-F238E27FC236}">
                <a16:creationId xmlns:a16="http://schemas.microsoft.com/office/drawing/2014/main" id="{4BFCF6E2-B0C1-A758-DAEC-42528FC11181}"/>
              </a:ext>
            </a:extLst>
          </p:cNvPr>
          <p:cNvSpPr txBox="1"/>
          <p:nvPr/>
        </p:nvSpPr>
        <p:spPr>
          <a:xfrm>
            <a:off x="296004" y="1826714"/>
            <a:ext cx="1326954" cy="1600438"/>
          </a:xfrm>
          <a:prstGeom prst="rect">
            <a:avLst/>
          </a:prstGeom>
          <a:noFill/>
        </p:spPr>
        <p:txBody>
          <a:bodyPr wrap="square" rtlCol="0">
            <a:spAutoFit/>
          </a:bodyPr>
          <a:lstStyle/>
          <a:p>
            <a:pPr algn="ctr"/>
            <a:r>
              <a:rPr lang="en-US" sz="1400" dirty="0">
                <a:effectLst/>
                <a:latin typeface="Garamond" panose="02020404030301010803" pitchFamily="18" charset="0"/>
              </a:rPr>
              <a:t>This 4-bit field identifies the IP version number.</a:t>
            </a:r>
          </a:p>
          <a:p>
            <a:pPr algn="ctr"/>
            <a:r>
              <a:rPr lang="en-US" sz="1400" dirty="0">
                <a:effectLst/>
                <a:latin typeface="Garamond" panose="02020404030301010803" pitchFamily="18" charset="0"/>
              </a:rPr>
              <a:t>carries a value of 6.</a:t>
            </a:r>
          </a:p>
          <a:p>
            <a:pPr algn="ctr"/>
            <a:r>
              <a:rPr lang="en-US" sz="1400" dirty="0">
                <a:effectLst/>
                <a:latin typeface="Garamond" panose="02020404030301010803" pitchFamily="18" charset="0"/>
              </a:rPr>
              <a:t> </a:t>
            </a:r>
          </a:p>
          <a:p>
            <a:pPr algn="ctr"/>
            <a:endParaRPr lang="en-US" sz="1400" dirty="0">
              <a:latin typeface="Garamond" panose="02020404030301010803" pitchFamily="18" charset="0"/>
            </a:endParaRPr>
          </a:p>
        </p:txBody>
      </p:sp>
      <p:cxnSp>
        <p:nvCxnSpPr>
          <p:cNvPr id="21" name="Straight Arrow Connector 20">
            <a:extLst>
              <a:ext uri="{FF2B5EF4-FFF2-40B4-BE49-F238E27FC236}">
                <a16:creationId xmlns:a16="http://schemas.microsoft.com/office/drawing/2014/main" id="{8EBE2FEA-1F3D-550C-396C-273F7696D1C3}"/>
              </a:ext>
            </a:extLst>
          </p:cNvPr>
          <p:cNvCxnSpPr>
            <a:cxnSpLocks/>
          </p:cNvCxnSpPr>
          <p:nvPr/>
        </p:nvCxnSpPr>
        <p:spPr>
          <a:xfrm flipH="1" flipV="1">
            <a:off x="1596980" y="2303768"/>
            <a:ext cx="305003" cy="6867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45C13E8-3F89-7A00-BC1C-1F252BC0D6A3}"/>
              </a:ext>
            </a:extLst>
          </p:cNvPr>
          <p:cNvSpPr txBox="1"/>
          <p:nvPr/>
        </p:nvSpPr>
        <p:spPr>
          <a:xfrm>
            <a:off x="2114294" y="1623153"/>
            <a:ext cx="2868772" cy="523220"/>
          </a:xfrm>
          <a:prstGeom prst="rect">
            <a:avLst/>
          </a:prstGeom>
          <a:noFill/>
        </p:spPr>
        <p:txBody>
          <a:bodyPr wrap="square" rtlCol="0">
            <a:spAutoFit/>
          </a:bodyPr>
          <a:lstStyle/>
          <a:p>
            <a:pPr algn="ctr"/>
            <a:r>
              <a:rPr lang="en-US" sz="1400" dirty="0">
                <a:effectLst/>
                <a:latin typeface="Garamond" panose="02020404030301010803" pitchFamily="18" charset="0"/>
              </a:rPr>
              <a:t>The 8-bit that can be used to give priority to certain datagrams </a:t>
            </a:r>
          </a:p>
        </p:txBody>
      </p:sp>
      <p:cxnSp>
        <p:nvCxnSpPr>
          <p:cNvPr id="26" name="Straight Arrow Connector 25">
            <a:extLst>
              <a:ext uri="{FF2B5EF4-FFF2-40B4-BE49-F238E27FC236}">
                <a16:creationId xmlns:a16="http://schemas.microsoft.com/office/drawing/2014/main" id="{330095D9-968D-EAD2-EA78-B9CEA08E4341}"/>
              </a:ext>
            </a:extLst>
          </p:cNvPr>
          <p:cNvCxnSpPr>
            <a:cxnSpLocks/>
            <a:endCxn id="24" idx="2"/>
          </p:cNvCxnSpPr>
          <p:nvPr/>
        </p:nvCxnSpPr>
        <p:spPr>
          <a:xfrm flipV="1">
            <a:off x="3548680" y="2146373"/>
            <a:ext cx="0" cy="5007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E73B180-EBBC-52CD-317A-C4F3E4BEAE93}"/>
              </a:ext>
            </a:extLst>
          </p:cNvPr>
          <p:cNvSpPr txBox="1"/>
          <p:nvPr/>
        </p:nvSpPr>
        <p:spPr>
          <a:xfrm>
            <a:off x="6132017" y="1318918"/>
            <a:ext cx="1744579" cy="954107"/>
          </a:xfrm>
          <a:prstGeom prst="rect">
            <a:avLst/>
          </a:prstGeom>
          <a:noFill/>
        </p:spPr>
        <p:txBody>
          <a:bodyPr wrap="square" rtlCol="0">
            <a:spAutoFit/>
          </a:bodyPr>
          <a:lstStyle/>
          <a:p>
            <a:pPr algn="ctr"/>
            <a:r>
              <a:rPr lang="en-US" sz="1400" dirty="0">
                <a:effectLst/>
                <a:latin typeface="Garamond" panose="02020404030301010803" pitchFamily="18" charset="0"/>
              </a:rPr>
              <a:t>20-bit field is used to identify a flow of datagrams. </a:t>
            </a:r>
          </a:p>
          <a:p>
            <a:pPr algn="ctr"/>
            <a:endParaRPr lang="en-US" sz="1400" dirty="0">
              <a:latin typeface="Garamond" panose="02020404030301010803" pitchFamily="18" charset="0"/>
            </a:endParaRPr>
          </a:p>
        </p:txBody>
      </p:sp>
      <p:cxnSp>
        <p:nvCxnSpPr>
          <p:cNvPr id="30" name="Straight Arrow Connector 29">
            <a:extLst>
              <a:ext uri="{FF2B5EF4-FFF2-40B4-BE49-F238E27FC236}">
                <a16:creationId xmlns:a16="http://schemas.microsoft.com/office/drawing/2014/main" id="{07FD668E-A585-5808-F164-AF50EB4A90D7}"/>
              </a:ext>
            </a:extLst>
          </p:cNvPr>
          <p:cNvCxnSpPr>
            <a:cxnSpLocks/>
          </p:cNvCxnSpPr>
          <p:nvPr/>
        </p:nvCxnSpPr>
        <p:spPr>
          <a:xfrm flipV="1">
            <a:off x="5685773" y="1884763"/>
            <a:ext cx="752358" cy="7421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0497A5E-C430-2B56-3123-EE5D197E148A}"/>
              </a:ext>
            </a:extLst>
          </p:cNvPr>
          <p:cNvSpPr txBox="1"/>
          <p:nvPr/>
        </p:nvSpPr>
        <p:spPr>
          <a:xfrm>
            <a:off x="7796424" y="1765159"/>
            <a:ext cx="1628351" cy="1384995"/>
          </a:xfrm>
          <a:prstGeom prst="rect">
            <a:avLst/>
          </a:prstGeom>
          <a:noFill/>
        </p:spPr>
        <p:txBody>
          <a:bodyPr wrap="square" rtlCol="0">
            <a:spAutoFit/>
          </a:bodyPr>
          <a:lstStyle/>
          <a:p>
            <a:pPr algn="ctr"/>
            <a:r>
              <a:rPr lang="en-US" sz="1400" dirty="0">
                <a:effectLst/>
                <a:latin typeface="Garamond" panose="02020404030301010803" pitchFamily="18" charset="0"/>
              </a:rPr>
              <a:t>This field identifies the protocol to which the contents of this datagram will be delivered.</a:t>
            </a:r>
          </a:p>
          <a:p>
            <a:pPr algn="ctr"/>
            <a:endParaRPr lang="en-US" sz="1400" dirty="0">
              <a:latin typeface="Garamond" panose="02020404030301010803" pitchFamily="18" charset="0"/>
            </a:endParaRPr>
          </a:p>
        </p:txBody>
      </p:sp>
      <p:cxnSp>
        <p:nvCxnSpPr>
          <p:cNvPr id="35" name="Straight Arrow Connector 34">
            <a:extLst>
              <a:ext uri="{FF2B5EF4-FFF2-40B4-BE49-F238E27FC236}">
                <a16:creationId xmlns:a16="http://schemas.microsoft.com/office/drawing/2014/main" id="{D97B6F70-2384-F3AC-907C-F7BA6AB0A730}"/>
              </a:ext>
            </a:extLst>
          </p:cNvPr>
          <p:cNvCxnSpPr>
            <a:cxnSpLocks/>
          </p:cNvCxnSpPr>
          <p:nvPr/>
        </p:nvCxnSpPr>
        <p:spPr>
          <a:xfrm flipV="1">
            <a:off x="5854388" y="2626933"/>
            <a:ext cx="1942036" cy="7078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DCE2482-25B6-86B3-12D5-D4B6A7CF79CA}"/>
              </a:ext>
            </a:extLst>
          </p:cNvPr>
          <p:cNvSpPr txBox="1"/>
          <p:nvPr/>
        </p:nvSpPr>
        <p:spPr>
          <a:xfrm>
            <a:off x="8172661" y="3332478"/>
            <a:ext cx="1219632" cy="1600438"/>
          </a:xfrm>
          <a:prstGeom prst="rect">
            <a:avLst/>
          </a:prstGeom>
          <a:noFill/>
        </p:spPr>
        <p:txBody>
          <a:bodyPr wrap="square" rtlCol="0">
            <a:spAutoFit/>
          </a:bodyPr>
          <a:lstStyle/>
          <a:p>
            <a:pPr algn="ctr"/>
            <a:r>
              <a:rPr lang="en-US" sz="1400" dirty="0">
                <a:latin typeface="Garamond" panose="02020404030301010803" pitchFamily="18" charset="0"/>
              </a:rPr>
              <a:t>T</a:t>
            </a:r>
            <a:r>
              <a:rPr lang="en-US" sz="1400" dirty="0">
                <a:effectLst/>
                <a:latin typeface="Garamond" panose="02020404030301010803" pitchFamily="18" charset="0"/>
              </a:rPr>
              <a:t>his field are decremented by one by each router that forwards the datagram. </a:t>
            </a:r>
          </a:p>
          <a:p>
            <a:pPr algn="ctr"/>
            <a:endParaRPr lang="en-US" sz="1400" dirty="0">
              <a:latin typeface="Garamond" panose="02020404030301010803" pitchFamily="18" charset="0"/>
            </a:endParaRPr>
          </a:p>
        </p:txBody>
      </p:sp>
      <p:cxnSp>
        <p:nvCxnSpPr>
          <p:cNvPr id="40" name="Straight Arrow Connector 39">
            <a:extLst>
              <a:ext uri="{FF2B5EF4-FFF2-40B4-BE49-F238E27FC236}">
                <a16:creationId xmlns:a16="http://schemas.microsoft.com/office/drawing/2014/main" id="{85C94A5B-39C7-9403-5C61-80A29ACCA817}"/>
              </a:ext>
            </a:extLst>
          </p:cNvPr>
          <p:cNvCxnSpPr>
            <a:endCxn id="38" idx="1"/>
          </p:cNvCxnSpPr>
          <p:nvPr/>
        </p:nvCxnSpPr>
        <p:spPr>
          <a:xfrm>
            <a:off x="7674222" y="3427152"/>
            <a:ext cx="498439" cy="7055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66AB8BF-30C8-FA35-5235-580158D3FEB6}"/>
              </a:ext>
            </a:extLst>
          </p:cNvPr>
          <p:cNvSpPr txBox="1"/>
          <p:nvPr/>
        </p:nvSpPr>
        <p:spPr>
          <a:xfrm>
            <a:off x="58951" y="4846752"/>
            <a:ext cx="1939417" cy="523220"/>
          </a:xfrm>
          <a:prstGeom prst="rect">
            <a:avLst/>
          </a:prstGeom>
          <a:noFill/>
        </p:spPr>
        <p:txBody>
          <a:bodyPr wrap="square" rtlCol="0">
            <a:spAutoFit/>
          </a:bodyPr>
          <a:lstStyle/>
          <a:p>
            <a:pPr algn="ctr"/>
            <a:r>
              <a:rPr lang="en-US" sz="1400" dirty="0">
                <a:effectLst/>
                <a:latin typeface="Garamond" panose="02020404030301010803" pitchFamily="18" charset="0"/>
              </a:rPr>
              <a:t>IPv6 has 128-bit address.</a:t>
            </a:r>
          </a:p>
          <a:p>
            <a:pPr algn="ctr"/>
            <a:endParaRPr lang="en-US" sz="1400" dirty="0">
              <a:latin typeface="Garamond" panose="02020404030301010803" pitchFamily="18" charset="0"/>
            </a:endParaRPr>
          </a:p>
        </p:txBody>
      </p:sp>
      <p:sp>
        <p:nvSpPr>
          <p:cNvPr id="43" name="Left Bracket 42">
            <a:extLst>
              <a:ext uri="{FF2B5EF4-FFF2-40B4-BE49-F238E27FC236}">
                <a16:creationId xmlns:a16="http://schemas.microsoft.com/office/drawing/2014/main" id="{CAEB9D13-B350-AC35-14E6-E2416C2DC034}"/>
              </a:ext>
            </a:extLst>
          </p:cNvPr>
          <p:cNvSpPr/>
          <p:nvPr/>
        </p:nvSpPr>
        <p:spPr>
          <a:xfrm>
            <a:off x="1901983" y="3734929"/>
            <a:ext cx="96385" cy="1012474"/>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7E30D79E-5A5B-8928-9DA9-FAA347ACA4E0}"/>
              </a:ext>
            </a:extLst>
          </p:cNvPr>
          <p:cNvCxnSpPr>
            <a:cxnSpLocks/>
            <a:endCxn id="41" idx="0"/>
          </p:cNvCxnSpPr>
          <p:nvPr/>
        </p:nvCxnSpPr>
        <p:spPr>
          <a:xfrm flipH="1">
            <a:off x="1028660" y="4160043"/>
            <a:ext cx="791494" cy="6867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ABC84D7D-03F9-5ECB-1DFD-38040BC06541}"/>
              </a:ext>
            </a:extLst>
          </p:cNvPr>
          <p:cNvSpPr txBox="1"/>
          <p:nvPr/>
        </p:nvSpPr>
        <p:spPr>
          <a:xfrm>
            <a:off x="2524305" y="5743667"/>
            <a:ext cx="4623981" cy="523220"/>
          </a:xfrm>
          <a:prstGeom prst="rect">
            <a:avLst/>
          </a:prstGeom>
          <a:noFill/>
        </p:spPr>
        <p:txBody>
          <a:bodyPr wrap="square" rtlCol="0">
            <a:spAutoFit/>
          </a:bodyPr>
          <a:lstStyle/>
          <a:p>
            <a:pPr algn="ctr"/>
            <a:r>
              <a:rPr lang="en-US" sz="1400" dirty="0">
                <a:effectLst/>
                <a:latin typeface="Garamond" panose="02020404030301010803" pitchFamily="18" charset="0"/>
              </a:rPr>
              <a:t>payload portion of the IPv6 datagram. </a:t>
            </a:r>
          </a:p>
          <a:p>
            <a:pPr algn="ctr"/>
            <a:endParaRPr lang="en-US" sz="1400" dirty="0">
              <a:latin typeface="Garamond" panose="02020404030301010803" pitchFamily="18" charset="0"/>
            </a:endParaRPr>
          </a:p>
        </p:txBody>
      </p:sp>
      <p:cxnSp>
        <p:nvCxnSpPr>
          <p:cNvPr id="49" name="Straight Arrow Connector 48">
            <a:extLst>
              <a:ext uri="{FF2B5EF4-FFF2-40B4-BE49-F238E27FC236}">
                <a16:creationId xmlns:a16="http://schemas.microsoft.com/office/drawing/2014/main" id="{4A8607F5-AF19-0548-7747-85D07E7C591D}"/>
              </a:ext>
            </a:extLst>
          </p:cNvPr>
          <p:cNvCxnSpPr>
            <a:cxnSpLocks/>
            <a:stCxn id="9" idx="2"/>
          </p:cNvCxnSpPr>
          <p:nvPr/>
        </p:nvCxnSpPr>
        <p:spPr>
          <a:xfrm>
            <a:off x="4836296" y="5335008"/>
            <a:ext cx="0" cy="408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862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D34CC-6A5A-D6E6-0612-D684DEA0BEB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C90997C-06D3-99F0-D2D0-CD7D0522854A}"/>
              </a:ext>
            </a:extLst>
          </p:cNvPr>
          <p:cNvGrpSpPr/>
          <p:nvPr/>
        </p:nvGrpSpPr>
        <p:grpSpPr>
          <a:xfrm>
            <a:off x="-4078224" y="-3429000"/>
            <a:ext cx="15253808" cy="13716000"/>
            <a:chOff x="-4624689" y="-3429000"/>
            <a:chExt cx="15253808" cy="13716000"/>
          </a:xfrm>
        </p:grpSpPr>
        <p:sp>
          <p:nvSpPr>
            <p:cNvPr id="6" name="Oval 5">
              <a:extLst>
                <a:ext uri="{FF2B5EF4-FFF2-40B4-BE49-F238E27FC236}">
                  <a16:creationId xmlns:a16="http://schemas.microsoft.com/office/drawing/2014/main" id="{C6599F5C-90F7-8E4B-3B45-5532A16FCFC3}"/>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0FF452DB-27A2-D52E-1C27-906A52D66F3D}"/>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13D17F76-BC28-E439-4E06-80FDFA2F3D14}"/>
                </a:ext>
              </a:extLst>
            </p:cNvPr>
            <p:cNvSpPr/>
            <p:nvPr/>
          </p:nvSpPr>
          <p:spPr>
            <a:xfrm>
              <a:off x="-4624689"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0" eaLnBrk="1" latinLnBrk="0" hangingPunct="1"/>
              <a:endParaRPr lang="en-US" dirty="0"/>
            </a:p>
          </p:txBody>
        </p:sp>
      </p:grpSp>
      <p:sp>
        <p:nvSpPr>
          <p:cNvPr id="12" name="TextBox 11">
            <a:extLst>
              <a:ext uri="{FF2B5EF4-FFF2-40B4-BE49-F238E27FC236}">
                <a16:creationId xmlns:a16="http://schemas.microsoft.com/office/drawing/2014/main" id="{84CFD64F-E7E8-A311-6551-6413C017D59E}"/>
              </a:ext>
            </a:extLst>
          </p:cNvPr>
          <p:cNvSpPr txBox="1"/>
          <p:nvPr/>
        </p:nvSpPr>
        <p:spPr>
          <a:xfrm>
            <a:off x="270026" y="106018"/>
            <a:ext cx="7762626" cy="707886"/>
          </a:xfrm>
          <a:prstGeom prst="rect">
            <a:avLst/>
          </a:prstGeom>
          <a:noFill/>
        </p:spPr>
        <p:txBody>
          <a:bodyPr wrap="square" rtlCol="0">
            <a:spAutoFit/>
          </a:bodyPr>
          <a:lstStyle/>
          <a:p>
            <a:r>
              <a:rPr lang="en-US" sz="4000" kern="100" dirty="0">
                <a:effectLst/>
                <a:latin typeface="Garamond" panose="02020404030301010803" pitchFamily="18" charset="0"/>
                <a:ea typeface="Calibri" panose="020F0502020204030204" pitchFamily="34" charset="0"/>
                <a:cs typeface="Arial" panose="020B0604020202020204" pitchFamily="34" charset="0"/>
              </a:rPr>
              <a:t>1.6 IPv6 vs IPv4 :</a:t>
            </a:r>
          </a:p>
        </p:txBody>
      </p:sp>
      <p:sp>
        <p:nvSpPr>
          <p:cNvPr id="14" name="TextBox 13">
            <a:extLst>
              <a:ext uri="{FF2B5EF4-FFF2-40B4-BE49-F238E27FC236}">
                <a16:creationId xmlns:a16="http://schemas.microsoft.com/office/drawing/2014/main" id="{124B94E5-F50E-1C74-DFF8-79283ECE5973}"/>
              </a:ext>
            </a:extLst>
          </p:cNvPr>
          <p:cNvSpPr txBox="1"/>
          <p:nvPr/>
        </p:nvSpPr>
        <p:spPr>
          <a:xfrm>
            <a:off x="270026" y="813904"/>
            <a:ext cx="8340574" cy="1692771"/>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dirty="0">
                <a:effectLst/>
                <a:latin typeface="Garamond" panose="02020404030301010803" pitchFamily="18" charset="0"/>
              </a:rPr>
              <a:t>Comparing the IPv6 datagram format with the IPv4 datagram format:</a:t>
            </a:r>
          </a:p>
          <a:p>
            <a:pPr algn="just"/>
            <a:endParaRPr lang="en-US" sz="2200" dirty="0">
              <a:latin typeface="Garamond" panose="02020404030301010803" pitchFamily="18" charset="0"/>
            </a:endParaRPr>
          </a:p>
          <a:p>
            <a:pPr marL="800100" lvl="1" indent="-342900" algn="just">
              <a:buFont typeface="Arial" panose="020B0604020202020204" pitchFamily="34" charset="0"/>
              <a:buChar char="•"/>
            </a:pPr>
            <a:r>
              <a:rPr lang="en-US" sz="2000" dirty="0">
                <a:effectLst/>
                <a:latin typeface="Garamond" panose="02020404030301010803" pitchFamily="18" charset="0"/>
              </a:rPr>
              <a:t>Fragmentation/Reassembly.</a:t>
            </a:r>
          </a:p>
          <a:p>
            <a:pPr marL="800100" lvl="1" indent="-342900" algn="just">
              <a:buFont typeface="Arial" panose="020B0604020202020204" pitchFamily="34" charset="0"/>
              <a:buChar char="•"/>
            </a:pPr>
            <a:r>
              <a:rPr lang="en-US" sz="2000" dirty="0">
                <a:effectLst/>
                <a:latin typeface="Garamond" panose="02020404030301010803" pitchFamily="18" charset="0"/>
              </a:rPr>
              <a:t>Header checksum.</a:t>
            </a:r>
          </a:p>
          <a:p>
            <a:pPr marL="800100" lvl="1" indent="-342900" algn="just">
              <a:buFont typeface="Arial" panose="020B0604020202020204" pitchFamily="34" charset="0"/>
              <a:buChar char="•"/>
            </a:pPr>
            <a:r>
              <a:rPr lang="en-US" sz="2000" dirty="0">
                <a:effectLst/>
                <a:latin typeface="Garamond" panose="02020404030301010803" pitchFamily="18" charset="0"/>
              </a:rPr>
              <a:t>Options.</a:t>
            </a:r>
          </a:p>
        </p:txBody>
      </p:sp>
      <p:sp>
        <p:nvSpPr>
          <p:cNvPr id="4" name="Slide Number Placeholder 3">
            <a:extLst>
              <a:ext uri="{FF2B5EF4-FFF2-40B4-BE49-F238E27FC236}">
                <a16:creationId xmlns:a16="http://schemas.microsoft.com/office/drawing/2014/main" id="{C3AC28E5-9EA5-D41F-2241-7B13E2CB4718}"/>
              </a:ext>
            </a:extLst>
          </p:cNvPr>
          <p:cNvSpPr>
            <a:spLocks noGrp="1"/>
          </p:cNvSpPr>
          <p:nvPr>
            <p:ph type="sldNum" sz="quarter" idx="12"/>
          </p:nvPr>
        </p:nvSpPr>
        <p:spPr/>
        <p:txBody>
          <a:bodyPr/>
          <a:lstStyle/>
          <a:p>
            <a:fld id="{CC90C3A5-607E-9F40-87DD-6234C3B54E7A}" type="slidenum">
              <a:rPr lang="en-US" smtClean="0"/>
              <a:t>9</a:t>
            </a:fld>
            <a:endParaRPr lang="en-US"/>
          </a:p>
        </p:txBody>
      </p:sp>
      <p:grpSp>
        <p:nvGrpSpPr>
          <p:cNvPr id="20" name="Group 19">
            <a:extLst>
              <a:ext uri="{FF2B5EF4-FFF2-40B4-BE49-F238E27FC236}">
                <a16:creationId xmlns:a16="http://schemas.microsoft.com/office/drawing/2014/main" id="{25313129-B131-8C76-43A0-68270ED1BEB1}"/>
              </a:ext>
            </a:extLst>
          </p:cNvPr>
          <p:cNvGrpSpPr/>
          <p:nvPr/>
        </p:nvGrpSpPr>
        <p:grpSpPr>
          <a:xfrm>
            <a:off x="5610560" y="1428357"/>
            <a:ext cx="4411668" cy="2336619"/>
            <a:chOff x="554114" y="4342412"/>
            <a:chExt cx="5738402" cy="3308918"/>
          </a:xfrm>
        </p:grpSpPr>
        <p:pic>
          <p:nvPicPr>
            <p:cNvPr id="7" name="Picture 6">
              <a:extLst>
                <a:ext uri="{FF2B5EF4-FFF2-40B4-BE49-F238E27FC236}">
                  <a16:creationId xmlns:a16="http://schemas.microsoft.com/office/drawing/2014/main" id="{A8B11FE4-9B9A-1FDA-1882-4F2E0572A198}"/>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554114" y="4342412"/>
              <a:ext cx="3488498" cy="1601675"/>
            </a:xfrm>
            <a:prstGeom prst="rect">
              <a:avLst/>
            </a:prstGeom>
          </p:spPr>
        </p:pic>
        <p:pic>
          <p:nvPicPr>
            <p:cNvPr id="19" name="Picture 18">
              <a:extLst>
                <a:ext uri="{FF2B5EF4-FFF2-40B4-BE49-F238E27FC236}">
                  <a16:creationId xmlns:a16="http://schemas.microsoft.com/office/drawing/2014/main" id="{999C1FE9-7452-6B7B-B58F-77F3D17A28CB}"/>
                </a:ext>
              </a:extLst>
            </p:cNvPr>
            <p:cNvPicPr>
              <a:picLocks noChangeAspect="1"/>
            </p:cNvPicPr>
            <p:nvPr/>
          </p:nvPicPr>
          <p:blipFill>
            <a:blip r:embed="rId3">
              <a:clrChange>
                <a:clrFrom>
                  <a:srgbClr val="000000"/>
                </a:clrFrom>
                <a:clrTo>
                  <a:srgbClr val="000000">
                    <a:alpha val="0"/>
                  </a:srgbClr>
                </a:clrTo>
              </a:clrChange>
            </a:blip>
            <a:stretch>
              <a:fillRect/>
            </a:stretch>
          </p:blipFill>
          <p:spPr>
            <a:xfrm>
              <a:off x="718922" y="5762501"/>
              <a:ext cx="5573594" cy="1888829"/>
            </a:xfrm>
            <a:prstGeom prst="rect">
              <a:avLst/>
            </a:prstGeom>
          </p:spPr>
        </p:pic>
      </p:grpSp>
      <p:grpSp>
        <p:nvGrpSpPr>
          <p:cNvPr id="31" name="Group 30">
            <a:extLst>
              <a:ext uri="{FF2B5EF4-FFF2-40B4-BE49-F238E27FC236}">
                <a16:creationId xmlns:a16="http://schemas.microsoft.com/office/drawing/2014/main" id="{C4102281-0A36-3695-2705-586F40AF01AB}"/>
              </a:ext>
            </a:extLst>
          </p:cNvPr>
          <p:cNvGrpSpPr/>
          <p:nvPr/>
        </p:nvGrpSpPr>
        <p:grpSpPr>
          <a:xfrm>
            <a:off x="270026" y="3002499"/>
            <a:ext cx="8760022" cy="3041597"/>
            <a:chOff x="368035" y="3044712"/>
            <a:chExt cx="8760022" cy="3041597"/>
          </a:xfrm>
        </p:grpSpPr>
        <p:pic>
          <p:nvPicPr>
            <p:cNvPr id="27" name="Picture 26">
              <a:extLst>
                <a:ext uri="{FF2B5EF4-FFF2-40B4-BE49-F238E27FC236}">
                  <a16:creationId xmlns:a16="http://schemas.microsoft.com/office/drawing/2014/main" id="{59274BEC-F02C-7EB9-18ED-CA969C238751}"/>
                </a:ext>
              </a:extLst>
            </p:cNvPr>
            <p:cNvPicPr>
              <a:picLocks noChangeAspect="1"/>
            </p:cNvPicPr>
            <p:nvPr/>
          </p:nvPicPr>
          <p:blipFill>
            <a:blip r:embed="rId4">
              <a:clrChange>
                <a:clrFrom>
                  <a:srgbClr val="FFFFFF"/>
                </a:clrFrom>
                <a:clrTo>
                  <a:srgbClr val="FFFFFF">
                    <a:alpha val="0"/>
                  </a:srgbClr>
                </a:clrTo>
              </a:clrChange>
              <a:alphaModFix/>
              <a:duotone>
                <a:prstClr val="black"/>
                <a:schemeClr val="accent5">
                  <a:tint val="45000"/>
                  <a:satMod val="400000"/>
                </a:schemeClr>
              </a:duotone>
            </a:blip>
            <a:stretch>
              <a:fillRect/>
            </a:stretch>
          </p:blipFill>
          <p:spPr>
            <a:xfrm>
              <a:off x="4778986" y="4123935"/>
              <a:ext cx="4349071" cy="1962374"/>
            </a:xfrm>
            <a:prstGeom prst="rect">
              <a:avLst/>
            </a:prstGeom>
          </p:spPr>
        </p:pic>
        <p:pic>
          <p:nvPicPr>
            <p:cNvPr id="28" name="Picture 27">
              <a:extLst>
                <a:ext uri="{FF2B5EF4-FFF2-40B4-BE49-F238E27FC236}">
                  <a16:creationId xmlns:a16="http://schemas.microsoft.com/office/drawing/2014/main" id="{3071B32B-1842-E5F4-BF3B-BBEEB955A551}"/>
                </a:ext>
              </a:extLst>
            </p:cNvPr>
            <p:cNvPicPr>
              <a:picLocks noChangeAspect="1"/>
            </p:cNvPicPr>
            <p:nvPr/>
          </p:nvPicPr>
          <p:blipFill>
            <a:blip r:embed="rId5">
              <a:clrChange>
                <a:clrFrom>
                  <a:srgbClr val="FFFFFF"/>
                </a:clrFrom>
                <a:clrTo>
                  <a:srgbClr val="FFFFFF">
                    <a:alpha val="0"/>
                  </a:srgbClr>
                </a:clrTo>
              </a:clrChange>
              <a:duotone>
                <a:prstClr val="black"/>
                <a:schemeClr val="accent5">
                  <a:tint val="45000"/>
                  <a:satMod val="400000"/>
                </a:schemeClr>
              </a:duotone>
            </a:blip>
            <a:stretch>
              <a:fillRect/>
            </a:stretch>
          </p:blipFill>
          <p:spPr>
            <a:xfrm>
              <a:off x="368035" y="3414044"/>
              <a:ext cx="4195319" cy="2672265"/>
            </a:xfrm>
            <a:prstGeom prst="rect">
              <a:avLst/>
            </a:prstGeom>
          </p:spPr>
        </p:pic>
        <p:sp>
          <p:nvSpPr>
            <p:cNvPr id="29" name="TextBox 28">
              <a:extLst>
                <a:ext uri="{FF2B5EF4-FFF2-40B4-BE49-F238E27FC236}">
                  <a16:creationId xmlns:a16="http://schemas.microsoft.com/office/drawing/2014/main" id="{60BC59B7-7B82-C03D-9744-0E4A73206977}"/>
                </a:ext>
              </a:extLst>
            </p:cNvPr>
            <p:cNvSpPr txBox="1"/>
            <p:nvPr/>
          </p:nvSpPr>
          <p:spPr>
            <a:xfrm>
              <a:off x="1645301" y="3044712"/>
              <a:ext cx="1640786" cy="369332"/>
            </a:xfrm>
            <a:prstGeom prst="rect">
              <a:avLst/>
            </a:prstGeom>
            <a:noFill/>
          </p:spPr>
          <p:txBody>
            <a:bodyPr wrap="square" rtlCol="0">
              <a:spAutoFit/>
            </a:bodyPr>
            <a:lstStyle/>
            <a:p>
              <a:pPr algn="ctr"/>
              <a:r>
                <a:rPr lang="en-US" dirty="0">
                  <a:latin typeface="Garamond" panose="02020404030301010803" pitchFamily="18" charset="0"/>
                </a:rPr>
                <a:t>IPv4</a:t>
              </a:r>
            </a:p>
          </p:txBody>
        </p:sp>
        <p:sp>
          <p:nvSpPr>
            <p:cNvPr id="30" name="TextBox 29">
              <a:extLst>
                <a:ext uri="{FF2B5EF4-FFF2-40B4-BE49-F238E27FC236}">
                  <a16:creationId xmlns:a16="http://schemas.microsoft.com/office/drawing/2014/main" id="{0BC1F9FD-6BCB-EAD5-B935-5A85C89058D1}"/>
                </a:ext>
              </a:extLst>
            </p:cNvPr>
            <p:cNvSpPr txBox="1"/>
            <p:nvPr/>
          </p:nvSpPr>
          <p:spPr>
            <a:xfrm>
              <a:off x="6096000" y="3754603"/>
              <a:ext cx="1640786" cy="369332"/>
            </a:xfrm>
            <a:prstGeom prst="rect">
              <a:avLst/>
            </a:prstGeom>
            <a:noFill/>
          </p:spPr>
          <p:txBody>
            <a:bodyPr wrap="square" rtlCol="0">
              <a:spAutoFit/>
            </a:bodyPr>
            <a:lstStyle/>
            <a:p>
              <a:pPr algn="ctr"/>
              <a:r>
                <a:rPr lang="en-US" dirty="0">
                  <a:latin typeface="Garamond" panose="02020404030301010803" pitchFamily="18" charset="0"/>
                </a:rPr>
                <a:t>IPv6</a:t>
              </a:r>
            </a:p>
          </p:txBody>
        </p:sp>
      </p:grpSp>
    </p:spTree>
    <p:extLst>
      <p:ext uri="{BB962C8B-B14F-4D97-AF65-F5344CB8AC3E}">
        <p14:creationId xmlns:p14="http://schemas.microsoft.com/office/powerpoint/2010/main" val="364875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1C32-7233-061C-47B2-68A9743417A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9B36DF-A052-C3FD-05B8-F238B2B1BA55}"/>
              </a:ext>
            </a:extLst>
          </p:cNvPr>
          <p:cNvSpPr>
            <a:spLocks noGrp="1"/>
          </p:cNvSpPr>
          <p:nvPr>
            <p:ph type="sldNum" sz="quarter" idx="12"/>
          </p:nvPr>
        </p:nvSpPr>
        <p:spPr/>
        <p:txBody>
          <a:bodyPr/>
          <a:lstStyle/>
          <a:p>
            <a:fld id="{CC90C3A5-607E-9F40-87DD-6234C3B54E7A}" type="slidenum">
              <a:rPr lang="en-US" smtClean="0"/>
              <a:t>10</a:t>
            </a:fld>
            <a:endParaRPr lang="en-US"/>
          </a:p>
        </p:txBody>
      </p:sp>
      <p:grpSp>
        <p:nvGrpSpPr>
          <p:cNvPr id="10" name="Group 9">
            <a:extLst>
              <a:ext uri="{FF2B5EF4-FFF2-40B4-BE49-F238E27FC236}">
                <a16:creationId xmlns:a16="http://schemas.microsoft.com/office/drawing/2014/main" id="{A8BA3BDF-AC27-6DC3-A551-8A5E2DCD926B}"/>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1C87BD6D-18FA-0DDE-BDC1-DF41EB5AD93B}"/>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F4790B-D99E-E6AB-737A-8E8AE6FDDCD0}"/>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AF9EED1-831D-D000-A2D7-C5794FFCE00B}"/>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2A12EA85-E648-0115-583B-40CE470613A4}"/>
              </a:ext>
            </a:extLst>
          </p:cNvPr>
          <p:cNvSpPr txBox="1"/>
          <p:nvPr/>
        </p:nvSpPr>
        <p:spPr>
          <a:xfrm>
            <a:off x="1785320" y="140236"/>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2.1 Router’s Interfaces:</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sp>
        <p:nvSpPr>
          <p:cNvPr id="14" name="TextBox 13">
            <a:extLst>
              <a:ext uri="{FF2B5EF4-FFF2-40B4-BE49-F238E27FC236}">
                <a16:creationId xmlns:a16="http://schemas.microsoft.com/office/drawing/2014/main" id="{C14C899B-01E3-4D77-60A4-9E5DF60FBEF0}"/>
              </a:ext>
            </a:extLst>
          </p:cNvPr>
          <p:cNvSpPr txBox="1"/>
          <p:nvPr/>
        </p:nvSpPr>
        <p:spPr>
          <a:xfrm>
            <a:off x="1785320" y="801955"/>
            <a:ext cx="7762626" cy="3877985"/>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dirty="0">
                <a:effectLst/>
                <a:latin typeface="Garamond" panose="02020404030301010803" pitchFamily="18" charset="0"/>
              </a:rPr>
              <a:t>How hosts and routers are connected into the Internet?</a:t>
            </a:r>
          </a:p>
          <a:p>
            <a:pPr algn="just"/>
            <a:endParaRPr lang="en-US" sz="2200" dirty="0">
              <a:effectLst/>
              <a:latin typeface="Garamond" panose="02020404030301010803" pitchFamily="18" charset="0"/>
            </a:endParaRPr>
          </a:p>
          <a:p>
            <a:pPr marL="800100" lvl="1" indent="-342900" algn="just">
              <a:buFont typeface="Arial" panose="020B0604020202020204" pitchFamily="34" charset="0"/>
              <a:buChar char="•"/>
            </a:pPr>
            <a:r>
              <a:rPr lang="en-US" sz="2000" dirty="0">
                <a:effectLst/>
                <a:latin typeface="TimesLTPro"/>
              </a:rPr>
              <a:t>The boundary between the host and the physical link is called an </a:t>
            </a:r>
            <a:r>
              <a:rPr lang="en-US" sz="2000" b="1" dirty="0">
                <a:effectLst/>
                <a:latin typeface="TimesLTPro"/>
              </a:rPr>
              <a:t>interface</a:t>
            </a:r>
            <a:r>
              <a:rPr lang="en-US" sz="2000" dirty="0">
                <a:effectLst/>
                <a:latin typeface="TimesLTPro"/>
              </a:rPr>
              <a:t>. Because a router’s job is to receive a datagram on one link and forward the datagram on some other link, a router necessarily has two or more links to which it is connected. </a:t>
            </a:r>
          </a:p>
          <a:p>
            <a:pPr lvl="1" algn="just"/>
            <a:endParaRPr lang="en-US" sz="2000" dirty="0">
              <a:effectLst/>
              <a:latin typeface="TimesLTPro"/>
            </a:endParaRPr>
          </a:p>
          <a:p>
            <a:pPr marL="800100" lvl="1" indent="-342900" algn="just">
              <a:buFont typeface="Arial" panose="020B0604020202020204" pitchFamily="34" charset="0"/>
              <a:buChar char="•"/>
            </a:pPr>
            <a:r>
              <a:rPr lang="en-US" sz="2000" dirty="0">
                <a:effectLst/>
                <a:latin typeface="TimesLTPro"/>
              </a:rPr>
              <a:t>The boundary between the router and any one of its links is also called an interface. A router thus has multiple interfaces, one for each of its links. IP requires each host and router interface to have its own IP address.</a:t>
            </a:r>
            <a:endParaRPr lang="en-US" sz="2200" dirty="0">
              <a:effectLst/>
              <a:latin typeface="Garamond" panose="02020404030301010803" pitchFamily="18" charset="0"/>
            </a:endParaRPr>
          </a:p>
          <a:p>
            <a:pPr marL="342900" indent="-342900" algn="just" defTabSz="457200" eaLnBrk="1" latinLnBrk="0" hangingPunct="1">
              <a:buFont typeface="Courier New" panose="02070309020205020404" pitchFamily="49" charset="0"/>
              <a:buChar char="o"/>
            </a:pPr>
            <a:endParaRPr lang="en-US" sz="2200" dirty="0">
              <a:latin typeface="Garamond" panose="02020404030301010803" pitchFamily="18" charset="0"/>
            </a:endParaRPr>
          </a:p>
        </p:txBody>
      </p:sp>
      <p:grpSp>
        <p:nvGrpSpPr>
          <p:cNvPr id="18" name="Group 17">
            <a:extLst>
              <a:ext uri="{FF2B5EF4-FFF2-40B4-BE49-F238E27FC236}">
                <a16:creationId xmlns:a16="http://schemas.microsoft.com/office/drawing/2014/main" id="{2EE2E020-5BFE-5599-B582-68E132AD00E4}"/>
              </a:ext>
            </a:extLst>
          </p:cNvPr>
          <p:cNvGrpSpPr/>
          <p:nvPr/>
        </p:nvGrpSpPr>
        <p:grpSpPr>
          <a:xfrm>
            <a:off x="3224948" y="4163370"/>
            <a:ext cx="5742103" cy="2900549"/>
            <a:chOff x="3224948" y="4163370"/>
            <a:chExt cx="5742103" cy="2900549"/>
          </a:xfrm>
        </p:grpSpPr>
        <p:grpSp>
          <p:nvGrpSpPr>
            <p:cNvPr id="56" name="Group 55">
              <a:extLst>
                <a:ext uri="{FF2B5EF4-FFF2-40B4-BE49-F238E27FC236}">
                  <a16:creationId xmlns:a16="http://schemas.microsoft.com/office/drawing/2014/main" id="{0E76DD74-7F67-7CA0-87E6-3BC8F4FD9447}"/>
                </a:ext>
              </a:extLst>
            </p:cNvPr>
            <p:cNvGrpSpPr/>
            <p:nvPr/>
          </p:nvGrpSpPr>
          <p:grpSpPr>
            <a:xfrm>
              <a:off x="3224948" y="4163370"/>
              <a:ext cx="5742103" cy="2900549"/>
              <a:chOff x="3224948" y="4163370"/>
              <a:chExt cx="5742103" cy="2900549"/>
            </a:xfrm>
          </p:grpSpPr>
          <p:pic>
            <p:nvPicPr>
              <p:cNvPr id="33" name="Picture 32">
                <a:extLst>
                  <a:ext uri="{FF2B5EF4-FFF2-40B4-BE49-F238E27FC236}">
                    <a16:creationId xmlns:a16="http://schemas.microsoft.com/office/drawing/2014/main" id="{86BB5A0B-72A4-D860-98C8-B38F0409CCC6}"/>
                  </a:ext>
                </a:extLst>
              </p:cNvPr>
              <p:cNvPicPr>
                <a:picLocks noChangeAspect="1"/>
              </p:cNvPicPr>
              <p:nvPr/>
            </p:nvPicPr>
            <p:blipFill>
              <a:blip r:embed="rId2">
                <a:clrChange>
                  <a:clrFrom>
                    <a:srgbClr val="FFFFFF"/>
                  </a:clrFrom>
                  <a:clrTo>
                    <a:srgbClr val="FFFFFF">
                      <a:alpha val="0"/>
                    </a:srgbClr>
                  </a:clrTo>
                </a:clrChange>
                <a:alphaModFix amt="70000"/>
                <a:duotone>
                  <a:schemeClr val="accent4">
                    <a:shade val="45000"/>
                    <a:satMod val="135000"/>
                  </a:schemeClr>
                  <a:prstClr val="white"/>
                </a:duotone>
                <a:extLst>
                  <a:ext uri="{BEBA8EAE-BF5A-486C-A8C5-ECC9F3942E4B}">
                    <a14:imgProps xmlns:a14="http://schemas.microsoft.com/office/drawing/2010/main">
                      <a14:imgLayer r:embed="rId3">
                        <a14:imgEffect>
                          <a14:backgroundRemoval t="10000" b="90000" l="10000" r="90000">
                            <a14:foregroundMark x1="53510" y1="22712" x2="54024" y2="35932"/>
                            <a14:foregroundMark x1="54024" y1="35932" x2="57962" y2="25085"/>
                            <a14:foregroundMark x1="57962" y1="25085" x2="52568" y2="17966"/>
                            <a14:foregroundMark x1="52568" y1="17966" x2="51284" y2="18644"/>
                            <a14:foregroundMark x1="83647" y1="29661" x2="77140" y2="29322"/>
                            <a14:foregroundMark x1="77140" y1="29322" x2="80137" y2="17627"/>
                            <a14:foregroundMark x1="80137" y1="17627" x2="83990" y2="28475"/>
                            <a14:foregroundMark x1="83990" y1="28475" x2="78682" y2="30339"/>
                            <a14:foregroundMark x1="29795" y1="53220" x2="27740" y2="51864"/>
                            <a14:foregroundMark x1="24572" y1="54237" x2="24486" y2="53220"/>
                            <a14:foregroundMark x1="11387" y1="53051" x2="10873" y2="53051"/>
                            <a14:foregroundMark x1="81678" y1="71017" x2="79452" y2="63220"/>
                            <a14:backgroundMark x1="68750" y1="19661" x2="66524" y2="36441"/>
                            <a14:backgroundMark x1="21575" y1="49661" x2="20462" y2="60169"/>
                          </a14:backgroundRemoval>
                        </a14:imgEffect>
                        <a14:imgEffect>
                          <a14:artisticGlowEdges/>
                        </a14:imgEffect>
                        <a14:imgEffect>
                          <a14:saturation sat="66000"/>
                        </a14:imgEffect>
                        <a14:imgEffect>
                          <a14:brightnessContrast bright="20000" contrast="40000"/>
                        </a14:imgEffect>
                      </a14:imgLayer>
                    </a14:imgProps>
                  </a:ext>
                </a:extLst>
              </a:blip>
              <a:stretch>
                <a:fillRect/>
              </a:stretch>
            </p:blipFill>
            <p:spPr>
              <a:xfrm>
                <a:off x="3224948" y="4163370"/>
                <a:ext cx="5742103" cy="2900549"/>
              </a:xfrm>
              <a:prstGeom prst="rect">
                <a:avLst/>
              </a:prstGeom>
              <a:ln>
                <a:noFill/>
              </a:ln>
            </p:spPr>
          </p:pic>
          <p:cxnSp>
            <p:nvCxnSpPr>
              <p:cNvPr id="35" name="Straight Connector 34">
                <a:extLst>
                  <a:ext uri="{FF2B5EF4-FFF2-40B4-BE49-F238E27FC236}">
                    <a16:creationId xmlns:a16="http://schemas.microsoft.com/office/drawing/2014/main" id="{CB539C89-598C-FF61-8BB5-0FCACCB23DE6}"/>
                  </a:ext>
                </a:extLst>
              </p:cNvPr>
              <p:cNvCxnSpPr>
                <a:cxnSpLocks/>
              </p:cNvCxnSpPr>
              <p:nvPr/>
            </p:nvCxnSpPr>
            <p:spPr>
              <a:xfrm>
                <a:off x="4043265" y="5703216"/>
                <a:ext cx="49141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E07B537E-C40A-5D03-9AA9-8AD4E49862EB}"/>
                  </a:ext>
                </a:extLst>
              </p:cNvPr>
              <p:cNvCxnSpPr>
                <a:cxnSpLocks/>
              </p:cNvCxnSpPr>
              <p:nvPr/>
            </p:nvCxnSpPr>
            <p:spPr>
              <a:xfrm flipV="1">
                <a:off x="5237584" y="5225143"/>
                <a:ext cx="727787" cy="45409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C7A8F86-D3DC-1408-7526-C795BA1C171B}"/>
                  </a:ext>
                </a:extLst>
              </p:cNvPr>
              <p:cNvCxnSpPr>
                <a:cxnSpLocks/>
              </p:cNvCxnSpPr>
              <p:nvPr/>
            </p:nvCxnSpPr>
            <p:spPr>
              <a:xfrm>
                <a:off x="5237584" y="5703216"/>
                <a:ext cx="736722" cy="2497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17820CDF-96A4-623D-661C-D684DED10E47}"/>
                  </a:ext>
                </a:extLst>
              </p:cNvPr>
              <p:cNvCxnSpPr/>
              <p:nvPr/>
            </p:nvCxnSpPr>
            <p:spPr>
              <a:xfrm>
                <a:off x="6581192" y="4870580"/>
                <a:ext cx="110723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2E385CBA-791D-B529-1492-A464DC7C5A2C}"/>
                  </a:ext>
                </a:extLst>
              </p:cNvPr>
              <p:cNvCxnSpPr/>
              <p:nvPr/>
            </p:nvCxnSpPr>
            <p:spPr>
              <a:xfrm>
                <a:off x="6581192" y="6089780"/>
                <a:ext cx="10947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445FFEE-EE5B-EE93-1ECB-3CE8AA2AD763}"/>
                  </a:ext>
                </a:extLst>
              </p:cNvPr>
              <p:cNvSpPr txBox="1"/>
              <p:nvPr/>
            </p:nvSpPr>
            <p:spPr>
              <a:xfrm>
                <a:off x="3380791" y="5842256"/>
                <a:ext cx="908180" cy="246221"/>
              </a:xfrm>
              <a:prstGeom prst="rect">
                <a:avLst/>
              </a:prstGeom>
              <a:noFill/>
            </p:spPr>
            <p:txBody>
              <a:bodyPr wrap="square" rtlCol="0">
                <a:spAutoFit/>
              </a:bodyPr>
              <a:lstStyle/>
              <a:p>
                <a:pPr algn="ctr"/>
                <a:r>
                  <a:rPr lang="en-US" sz="1000" dirty="0">
                    <a:latin typeface="Garamond" panose="02020404030301010803" pitchFamily="18" charset="0"/>
                  </a:rPr>
                  <a:t>Internet</a:t>
                </a:r>
              </a:p>
            </p:txBody>
          </p:sp>
          <p:sp>
            <p:nvSpPr>
              <p:cNvPr id="51" name="TextBox 50">
                <a:extLst>
                  <a:ext uri="{FF2B5EF4-FFF2-40B4-BE49-F238E27FC236}">
                    <a16:creationId xmlns:a16="http://schemas.microsoft.com/office/drawing/2014/main" id="{7B4E8EE7-48B6-562B-D3C0-341ABE750DA9}"/>
                  </a:ext>
                </a:extLst>
              </p:cNvPr>
              <p:cNvSpPr txBox="1"/>
              <p:nvPr/>
            </p:nvSpPr>
            <p:spPr>
              <a:xfrm>
                <a:off x="4416157" y="5848147"/>
                <a:ext cx="908180" cy="246221"/>
              </a:xfrm>
              <a:prstGeom prst="rect">
                <a:avLst/>
              </a:prstGeom>
              <a:noFill/>
            </p:spPr>
            <p:txBody>
              <a:bodyPr wrap="square" rtlCol="0">
                <a:spAutoFit/>
              </a:bodyPr>
              <a:lstStyle/>
              <a:p>
                <a:pPr algn="ctr"/>
                <a:r>
                  <a:rPr lang="en-US" sz="1000" dirty="0">
                    <a:latin typeface="Garamond" panose="02020404030301010803" pitchFamily="18" charset="0"/>
                  </a:rPr>
                  <a:t>Router</a:t>
                </a:r>
              </a:p>
            </p:txBody>
          </p:sp>
          <p:sp>
            <p:nvSpPr>
              <p:cNvPr id="52" name="TextBox 51">
                <a:extLst>
                  <a:ext uri="{FF2B5EF4-FFF2-40B4-BE49-F238E27FC236}">
                    <a16:creationId xmlns:a16="http://schemas.microsoft.com/office/drawing/2014/main" id="{8F25B410-81EB-5060-EE88-101F088A759F}"/>
                  </a:ext>
                </a:extLst>
              </p:cNvPr>
              <p:cNvSpPr txBox="1"/>
              <p:nvPr/>
            </p:nvSpPr>
            <p:spPr>
              <a:xfrm>
                <a:off x="5270803" y="6411385"/>
                <a:ext cx="2195408" cy="246221"/>
              </a:xfrm>
              <a:prstGeom prst="rect">
                <a:avLst/>
              </a:prstGeom>
              <a:noFill/>
            </p:spPr>
            <p:txBody>
              <a:bodyPr wrap="square" rtlCol="0">
                <a:spAutoFit/>
              </a:bodyPr>
              <a:lstStyle/>
              <a:p>
                <a:pPr algn="ctr"/>
                <a:r>
                  <a:rPr lang="en-US" sz="1000" dirty="0">
                    <a:latin typeface="Garamond" panose="02020404030301010803" pitchFamily="18" charset="0"/>
                  </a:rPr>
                  <a:t>Wireless Router/AP</a:t>
                </a:r>
              </a:p>
            </p:txBody>
          </p:sp>
          <p:sp>
            <p:nvSpPr>
              <p:cNvPr id="53" name="TextBox 52">
                <a:extLst>
                  <a:ext uri="{FF2B5EF4-FFF2-40B4-BE49-F238E27FC236}">
                    <a16:creationId xmlns:a16="http://schemas.microsoft.com/office/drawing/2014/main" id="{AFD07FE6-177E-3D19-E297-2E8BD94C2531}"/>
                  </a:ext>
                </a:extLst>
              </p:cNvPr>
              <p:cNvSpPr txBox="1"/>
              <p:nvPr/>
            </p:nvSpPr>
            <p:spPr>
              <a:xfrm>
                <a:off x="5270803" y="5263456"/>
                <a:ext cx="2195408" cy="246221"/>
              </a:xfrm>
              <a:prstGeom prst="rect">
                <a:avLst/>
              </a:prstGeom>
              <a:noFill/>
            </p:spPr>
            <p:txBody>
              <a:bodyPr wrap="square" rtlCol="0">
                <a:spAutoFit/>
              </a:bodyPr>
              <a:lstStyle/>
              <a:p>
                <a:pPr algn="ctr"/>
                <a:r>
                  <a:rPr lang="en-US" sz="1000" dirty="0">
                    <a:latin typeface="Garamond" panose="02020404030301010803" pitchFamily="18" charset="0"/>
                  </a:rPr>
                  <a:t>Wireless Router/AP</a:t>
                </a:r>
              </a:p>
            </p:txBody>
          </p:sp>
          <p:sp>
            <p:nvSpPr>
              <p:cNvPr id="54" name="TextBox 53">
                <a:extLst>
                  <a:ext uri="{FF2B5EF4-FFF2-40B4-BE49-F238E27FC236}">
                    <a16:creationId xmlns:a16="http://schemas.microsoft.com/office/drawing/2014/main" id="{8D423E1A-33FA-11AE-B407-CFDC1401EB5D}"/>
                  </a:ext>
                </a:extLst>
              </p:cNvPr>
              <p:cNvSpPr txBox="1"/>
              <p:nvPr/>
            </p:nvSpPr>
            <p:spPr>
              <a:xfrm>
                <a:off x="6734275" y="5268901"/>
                <a:ext cx="2195408" cy="246221"/>
              </a:xfrm>
              <a:prstGeom prst="rect">
                <a:avLst/>
              </a:prstGeom>
              <a:noFill/>
            </p:spPr>
            <p:txBody>
              <a:bodyPr wrap="square" rtlCol="0">
                <a:spAutoFit/>
              </a:bodyPr>
              <a:lstStyle/>
              <a:p>
                <a:pPr algn="ctr"/>
                <a:r>
                  <a:rPr lang="en-US" sz="1000" dirty="0">
                    <a:latin typeface="Garamond" panose="02020404030301010803" pitchFamily="18" charset="0"/>
                  </a:rPr>
                  <a:t>Guest Network</a:t>
                </a:r>
              </a:p>
            </p:txBody>
          </p:sp>
          <p:sp>
            <p:nvSpPr>
              <p:cNvPr id="55" name="TextBox 54">
                <a:extLst>
                  <a:ext uri="{FF2B5EF4-FFF2-40B4-BE49-F238E27FC236}">
                    <a16:creationId xmlns:a16="http://schemas.microsoft.com/office/drawing/2014/main" id="{A9B074ED-6081-77A8-17DF-2B8BAF85E3EE}"/>
                  </a:ext>
                </a:extLst>
              </p:cNvPr>
              <p:cNvSpPr txBox="1"/>
              <p:nvPr/>
            </p:nvSpPr>
            <p:spPr>
              <a:xfrm>
                <a:off x="6771643" y="6406798"/>
                <a:ext cx="2195408" cy="246221"/>
              </a:xfrm>
              <a:prstGeom prst="rect">
                <a:avLst/>
              </a:prstGeom>
              <a:noFill/>
            </p:spPr>
            <p:txBody>
              <a:bodyPr wrap="square" rtlCol="0">
                <a:spAutoFit/>
              </a:bodyPr>
              <a:lstStyle/>
              <a:p>
                <a:pPr algn="ctr"/>
                <a:r>
                  <a:rPr lang="en-US" sz="1000" dirty="0">
                    <a:latin typeface="Garamond" panose="02020404030301010803" pitchFamily="18" charset="0"/>
                  </a:rPr>
                  <a:t>Home Network</a:t>
                </a:r>
              </a:p>
            </p:txBody>
          </p:sp>
        </p:grpSp>
        <p:cxnSp>
          <p:nvCxnSpPr>
            <p:cNvPr id="3" name="Straight Arrow Connector 2">
              <a:extLst>
                <a:ext uri="{FF2B5EF4-FFF2-40B4-BE49-F238E27FC236}">
                  <a16:creationId xmlns:a16="http://schemas.microsoft.com/office/drawing/2014/main" id="{AF0F1CDD-AD33-158C-5F54-B73FBE070F98}"/>
                </a:ext>
              </a:extLst>
            </p:cNvPr>
            <p:cNvCxnSpPr/>
            <p:nvPr/>
          </p:nvCxnSpPr>
          <p:spPr>
            <a:xfrm flipH="1" flipV="1">
              <a:off x="5203142" y="4753666"/>
              <a:ext cx="567558" cy="4896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DD0B2CE-68B2-9F25-B63F-6E4D932F7B57}"/>
                </a:ext>
              </a:extLst>
            </p:cNvPr>
            <p:cNvCxnSpPr>
              <a:cxnSpLocks/>
            </p:cNvCxnSpPr>
            <p:nvPr/>
          </p:nvCxnSpPr>
          <p:spPr>
            <a:xfrm flipH="1" flipV="1">
              <a:off x="5141563" y="4789381"/>
              <a:ext cx="525070" cy="9847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550A9C7-07C6-F8AE-E6CE-7971CD347196}"/>
                </a:ext>
              </a:extLst>
            </p:cNvPr>
            <p:cNvSpPr txBox="1"/>
            <p:nvPr/>
          </p:nvSpPr>
          <p:spPr>
            <a:xfrm>
              <a:off x="3948478" y="4456374"/>
              <a:ext cx="1558212" cy="369332"/>
            </a:xfrm>
            <a:prstGeom prst="rect">
              <a:avLst/>
            </a:prstGeom>
            <a:noFill/>
          </p:spPr>
          <p:txBody>
            <a:bodyPr wrap="square" rtlCol="0">
              <a:spAutoFit/>
            </a:bodyPr>
            <a:lstStyle/>
            <a:p>
              <a:pPr algn="ctr"/>
              <a:r>
                <a:rPr lang="en-US" dirty="0">
                  <a:latin typeface="Garamond" panose="02020404030301010803" pitchFamily="18" charset="0"/>
                </a:rPr>
                <a:t>Interface</a:t>
              </a:r>
            </a:p>
          </p:txBody>
        </p:sp>
        <p:cxnSp>
          <p:nvCxnSpPr>
            <p:cNvPr id="11" name="Straight Arrow Connector 10">
              <a:extLst>
                <a:ext uri="{FF2B5EF4-FFF2-40B4-BE49-F238E27FC236}">
                  <a16:creationId xmlns:a16="http://schemas.microsoft.com/office/drawing/2014/main" id="{A9EE6666-32B3-D129-61A9-9E155AFB29F8}"/>
                </a:ext>
              </a:extLst>
            </p:cNvPr>
            <p:cNvCxnSpPr>
              <a:cxnSpLocks/>
            </p:cNvCxnSpPr>
            <p:nvPr/>
          </p:nvCxnSpPr>
          <p:spPr>
            <a:xfrm flipV="1">
              <a:off x="4317584" y="4824870"/>
              <a:ext cx="741784" cy="7887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502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B9B39-A03E-C101-6325-A477B677774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F1E328-90A1-64BA-2A1A-25D0CCF24874}"/>
              </a:ext>
            </a:extLst>
          </p:cNvPr>
          <p:cNvSpPr>
            <a:spLocks noGrp="1"/>
          </p:cNvSpPr>
          <p:nvPr>
            <p:ph type="sldNum" sz="quarter" idx="12"/>
          </p:nvPr>
        </p:nvSpPr>
        <p:spPr/>
        <p:txBody>
          <a:bodyPr/>
          <a:lstStyle/>
          <a:p>
            <a:fld id="{CC90C3A5-607E-9F40-87DD-6234C3B54E7A}" type="slidenum">
              <a:rPr lang="en-US" smtClean="0"/>
              <a:t>11</a:t>
            </a:fld>
            <a:endParaRPr lang="en-US"/>
          </a:p>
        </p:txBody>
      </p:sp>
      <p:grpSp>
        <p:nvGrpSpPr>
          <p:cNvPr id="10" name="Group 9">
            <a:extLst>
              <a:ext uri="{FF2B5EF4-FFF2-40B4-BE49-F238E27FC236}">
                <a16:creationId xmlns:a16="http://schemas.microsoft.com/office/drawing/2014/main" id="{86BEC216-62DA-B8C1-BBCB-6D92FE3CCC00}"/>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97B22A14-A997-2987-FF81-E63C1B9E90BE}"/>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8D3BBC2-C355-CBFC-1323-54F0349920EC}"/>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AF877DC4-4FA9-4EA8-1CB0-836191F51126}"/>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953DDDC2-AFEB-B8AA-9B69-212405418A01}"/>
              </a:ext>
            </a:extLst>
          </p:cNvPr>
          <p:cNvSpPr txBox="1"/>
          <p:nvPr/>
        </p:nvSpPr>
        <p:spPr>
          <a:xfrm>
            <a:off x="1785320" y="140236"/>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2.2 IPv4 Structure:</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sp>
        <p:nvSpPr>
          <p:cNvPr id="14" name="TextBox 13">
            <a:extLst>
              <a:ext uri="{FF2B5EF4-FFF2-40B4-BE49-F238E27FC236}">
                <a16:creationId xmlns:a16="http://schemas.microsoft.com/office/drawing/2014/main" id="{6AF37422-6F80-FF06-F4DF-B1F02C617112}"/>
              </a:ext>
            </a:extLst>
          </p:cNvPr>
          <p:cNvSpPr txBox="1"/>
          <p:nvPr/>
        </p:nvSpPr>
        <p:spPr>
          <a:xfrm>
            <a:off x="1785320" y="801955"/>
            <a:ext cx="7762626" cy="5201424"/>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dirty="0">
                <a:effectLst/>
                <a:latin typeface="Garamond" panose="02020404030301010803" pitchFamily="18" charset="0"/>
              </a:rPr>
              <a:t>Each IP address is 32 bits long (equivalently, 4 bytes), and there are thus a total of 2</a:t>
            </a:r>
            <a:r>
              <a:rPr lang="en-US" sz="2200" baseline="30000" dirty="0">
                <a:effectLst/>
                <a:latin typeface="Garamond" panose="02020404030301010803" pitchFamily="18" charset="0"/>
              </a:rPr>
              <a:t>32</a:t>
            </a:r>
            <a:r>
              <a:rPr lang="en-US" sz="2200" dirty="0">
                <a:effectLst/>
                <a:latin typeface="Garamond" panose="02020404030301010803" pitchFamily="18" charset="0"/>
              </a:rPr>
              <a:t> (or approximately 4 billion) possible IP addresses. </a:t>
            </a:r>
          </a:p>
          <a:p>
            <a:pPr algn="just"/>
            <a:endParaRPr lang="en-US" sz="2200" dirty="0">
              <a:effectLst/>
              <a:latin typeface="Garamond" panose="02020404030301010803" pitchFamily="18" charset="0"/>
            </a:endParaRPr>
          </a:p>
          <a:p>
            <a:pPr marL="342900" indent="-342900" algn="just">
              <a:buFont typeface="Courier New" panose="02070309020205020404" pitchFamily="49" charset="0"/>
              <a:buChar char="o"/>
            </a:pPr>
            <a:r>
              <a:rPr lang="en-US" sz="2200" dirty="0">
                <a:effectLst/>
                <a:latin typeface="Garamond" panose="02020404030301010803" pitchFamily="18" charset="0"/>
              </a:rPr>
              <a:t>These addresses are typically written in so-called </a:t>
            </a:r>
            <a:r>
              <a:rPr lang="en-US" sz="2200" b="1" dirty="0">
                <a:effectLst/>
                <a:latin typeface="Garamond" panose="02020404030301010803" pitchFamily="18" charset="0"/>
              </a:rPr>
              <a:t>dotted-decimal notation</a:t>
            </a:r>
            <a:r>
              <a:rPr lang="en-US" sz="2200" dirty="0">
                <a:effectLst/>
                <a:latin typeface="Garamond" panose="02020404030301010803" pitchFamily="18" charset="0"/>
              </a:rPr>
              <a:t>.</a:t>
            </a:r>
          </a:p>
          <a:p>
            <a:pPr algn="just"/>
            <a:endParaRPr lang="en-US" sz="2200" dirty="0">
              <a:effectLst/>
              <a:latin typeface="Garamond" panose="02020404030301010803" pitchFamily="18" charset="0"/>
            </a:endParaRPr>
          </a:p>
          <a:p>
            <a:pPr marL="342900" indent="-342900" algn="just">
              <a:buFont typeface="Courier New" panose="02070309020205020404" pitchFamily="49" charset="0"/>
              <a:buChar char="o"/>
            </a:pPr>
            <a:r>
              <a:rPr lang="en-US" sz="2200" dirty="0">
                <a:effectLst/>
                <a:latin typeface="Garamond" panose="02020404030301010803" pitchFamily="18" charset="0"/>
              </a:rPr>
              <a:t>Example:</a:t>
            </a:r>
          </a:p>
          <a:p>
            <a:pPr lvl="1" algn="just"/>
            <a:r>
              <a:rPr lang="en-US" sz="2000" dirty="0">
                <a:effectLst/>
                <a:latin typeface="Garamond" panose="02020404030301010803" pitchFamily="18" charset="0"/>
              </a:rPr>
              <a:t>consider the IP address 193.32.216.9;</a:t>
            </a:r>
          </a:p>
          <a:p>
            <a:pPr lvl="1" algn="just"/>
            <a:endParaRPr lang="en-US" sz="2000" dirty="0">
              <a:effectLst/>
              <a:latin typeface="Garamond" panose="02020404030301010803" pitchFamily="18" charset="0"/>
            </a:endParaRPr>
          </a:p>
          <a:p>
            <a:pPr marL="800100" lvl="1" indent="-342900" algn="just">
              <a:buFont typeface="Arial" panose="020B0604020202020204" pitchFamily="34" charset="0"/>
              <a:buChar char="•"/>
            </a:pPr>
            <a:r>
              <a:rPr lang="en-US" sz="2000" dirty="0">
                <a:effectLst/>
                <a:latin typeface="Garamond" panose="02020404030301010803" pitchFamily="18" charset="0"/>
              </a:rPr>
              <a:t>The 193 is the decimal equivalent of the first 8 bits of the address;</a:t>
            </a:r>
          </a:p>
          <a:p>
            <a:pPr marL="800100" lvl="1" indent="-342900" algn="just">
              <a:buFont typeface="Arial" panose="020B0604020202020204" pitchFamily="34" charset="0"/>
              <a:buChar char="•"/>
            </a:pPr>
            <a:r>
              <a:rPr lang="en-US" sz="2000" dirty="0">
                <a:latin typeface="Garamond" panose="02020404030301010803" pitchFamily="18" charset="0"/>
              </a:rPr>
              <a:t>T</a:t>
            </a:r>
            <a:r>
              <a:rPr lang="en-US" sz="2000" dirty="0">
                <a:effectLst/>
                <a:latin typeface="Garamond" panose="02020404030301010803" pitchFamily="18" charset="0"/>
              </a:rPr>
              <a:t>he 32 is the decimal equivalent of the second 8 bits of the address, and so on.</a:t>
            </a:r>
          </a:p>
          <a:p>
            <a:pPr marL="800100" lvl="1" indent="-342900" algn="just">
              <a:buFont typeface="Arial" panose="020B0604020202020204" pitchFamily="34" charset="0"/>
              <a:buChar char="•"/>
            </a:pPr>
            <a:r>
              <a:rPr lang="en-US" sz="2000" dirty="0">
                <a:effectLst/>
                <a:latin typeface="Garamond" panose="02020404030301010803" pitchFamily="18" charset="0"/>
              </a:rPr>
              <a:t>Thus, the address 193.32.216.9 in binary notation is: </a:t>
            </a:r>
          </a:p>
          <a:p>
            <a:pPr lvl="1" algn="ctr"/>
            <a:endParaRPr lang="en-US" sz="1800" dirty="0">
              <a:effectLst/>
              <a:latin typeface="TimesLTPro"/>
            </a:endParaRPr>
          </a:p>
          <a:p>
            <a:pPr lvl="1" algn="ctr"/>
            <a:r>
              <a:rPr lang="en-US" sz="1800" dirty="0">
                <a:effectLst/>
                <a:latin typeface="TimesLTPro"/>
              </a:rPr>
              <a:t>11000001 00100000 11011000 00001001 </a:t>
            </a:r>
            <a:endParaRPr lang="en-US" sz="2000" dirty="0">
              <a:effectLst/>
              <a:latin typeface="Garamond" panose="02020404030301010803" pitchFamily="18" charset="0"/>
            </a:endParaRPr>
          </a:p>
        </p:txBody>
      </p:sp>
    </p:spTree>
    <p:extLst>
      <p:ext uri="{BB962C8B-B14F-4D97-AF65-F5344CB8AC3E}">
        <p14:creationId xmlns:p14="http://schemas.microsoft.com/office/powerpoint/2010/main" val="250350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4B88B-120F-D1DD-8B7F-ABEF233EF5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37AB87-A5DD-E351-A3E8-FFD754F13EEA}"/>
              </a:ext>
            </a:extLst>
          </p:cNvPr>
          <p:cNvSpPr>
            <a:spLocks noGrp="1"/>
          </p:cNvSpPr>
          <p:nvPr>
            <p:ph type="sldNum" sz="quarter" idx="12"/>
          </p:nvPr>
        </p:nvSpPr>
        <p:spPr/>
        <p:txBody>
          <a:bodyPr/>
          <a:lstStyle/>
          <a:p>
            <a:fld id="{CC90C3A5-607E-9F40-87DD-6234C3B54E7A}" type="slidenum">
              <a:rPr lang="en-US" smtClean="0"/>
              <a:t>12</a:t>
            </a:fld>
            <a:endParaRPr lang="en-US"/>
          </a:p>
        </p:txBody>
      </p:sp>
      <p:grpSp>
        <p:nvGrpSpPr>
          <p:cNvPr id="10" name="Group 9">
            <a:extLst>
              <a:ext uri="{FF2B5EF4-FFF2-40B4-BE49-F238E27FC236}">
                <a16:creationId xmlns:a16="http://schemas.microsoft.com/office/drawing/2014/main" id="{26A02B9F-402F-EF8B-C14C-897D6A36F581}"/>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B316DDD7-7857-59B6-9C6B-F2EA7FF40945}"/>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1" eaLnBrk="1" latinLnBrk="0" hangingPunct="1"/>
              <a:endParaRPr lang="en-US"/>
            </a:p>
          </p:txBody>
        </p:sp>
        <p:sp>
          <p:nvSpPr>
            <p:cNvPr id="15" name="Oval 14">
              <a:extLst>
                <a:ext uri="{FF2B5EF4-FFF2-40B4-BE49-F238E27FC236}">
                  <a16:creationId xmlns:a16="http://schemas.microsoft.com/office/drawing/2014/main" id="{1E4C8CDB-8CB7-C169-7985-BDAA80DD7D6B}"/>
                </a:ext>
              </a:extLst>
            </p:cNvPr>
            <p:cNvSpPr/>
            <p:nvPr/>
          </p:nvSpPr>
          <p:spPr>
            <a:xfrm>
              <a:off x="-3856593"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1" eaLnBrk="1" latinLnBrk="0" hangingPunct="1"/>
              <a:endParaRPr lang="en-US" dirty="0"/>
            </a:p>
          </p:txBody>
        </p:sp>
        <p:sp>
          <p:nvSpPr>
            <p:cNvPr id="16" name="Oval 15">
              <a:extLst>
                <a:ext uri="{FF2B5EF4-FFF2-40B4-BE49-F238E27FC236}">
                  <a16:creationId xmlns:a16="http://schemas.microsoft.com/office/drawing/2014/main" id="{8B0B3E04-F3E3-E15D-C80F-76E3DE77EB13}"/>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1" eaLnBrk="1" latinLnBrk="0" hangingPunct="1"/>
              <a:endParaRPr lang="en-US" dirty="0"/>
            </a:p>
          </p:txBody>
        </p:sp>
      </p:grpSp>
      <p:sp>
        <p:nvSpPr>
          <p:cNvPr id="12" name="TextBox 11">
            <a:extLst>
              <a:ext uri="{FF2B5EF4-FFF2-40B4-BE49-F238E27FC236}">
                <a16:creationId xmlns:a16="http://schemas.microsoft.com/office/drawing/2014/main" id="{6F49B62D-CC9D-B7CD-6D7F-A7DA607C950D}"/>
              </a:ext>
            </a:extLst>
          </p:cNvPr>
          <p:cNvSpPr txBox="1"/>
          <p:nvPr/>
        </p:nvSpPr>
        <p:spPr>
          <a:xfrm>
            <a:off x="1785320" y="140236"/>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2.3 Subnet’s IP:</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grpSp>
        <p:nvGrpSpPr>
          <p:cNvPr id="26" name="Group 25">
            <a:extLst>
              <a:ext uri="{FF2B5EF4-FFF2-40B4-BE49-F238E27FC236}">
                <a16:creationId xmlns:a16="http://schemas.microsoft.com/office/drawing/2014/main" id="{171BB2B0-4D4B-BB40-A6FF-CC2CE1312D35}"/>
              </a:ext>
            </a:extLst>
          </p:cNvPr>
          <p:cNvGrpSpPr/>
          <p:nvPr/>
        </p:nvGrpSpPr>
        <p:grpSpPr>
          <a:xfrm>
            <a:off x="2632971" y="1105258"/>
            <a:ext cx="7299427" cy="5084989"/>
            <a:chOff x="2632971" y="1105258"/>
            <a:chExt cx="7299427" cy="5084989"/>
          </a:xfrm>
        </p:grpSpPr>
        <p:grpSp>
          <p:nvGrpSpPr>
            <p:cNvPr id="23" name="Group 22">
              <a:extLst>
                <a:ext uri="{FF2B5EF4-FFF2-40B4-BE49-F238E27FC236}">
                  <a16:creationId xmlns:a16="http://schemas.microsoft.com/office/drawing/2014/main" id="{D59CE3F9-8A1C-F82A-EFF3-C7B4EA329CB8}"/>
                </a:ext>
              </a:extLst>
            </p:cNvPr>
            <p:cNvGrpSpPr/>
            <p:nvPr/>
          </p:nvGrpSpPr>
          <p:grpSpPr>
            <a:xfrm>
              <a:off x="2632971" y="1105258"/>
              <a:ext cx="7299427" cy="5084989"/>
              <a:chOff x="2257482" y="981283"/>
              <a:chExt cx="7299427" cy="5084989"/>
            </a:xfrm>
          </p:grpSpPr>
          <p:grpSp>
            <p:nvGrpSpPr>
              <p:cNvPr id="22" name="Group 21">
                <a:extLst>
                  <a:ext uri="{FF2B5EF4-FFF2-40B4-BE49-F238E27FC236}">
                    <a16:creationId xmlns:a16="http://schemas.microsoft.com/office/drawing/2014/main" id="{C1E20E8D-1A52-43D7-225F-AD3C22D1C74C}"/>
                  </a:ext>
                </a:extLst>
              </p:cNvPr>
              <p:cNvGrpSpPr/>
              <p:nvPr/>
            </p:nvGrpSpPr>
            <p:grpSpPr>
              <a:xfrm>
                <a:off x="2537604" y="981283"/>
                <a:ext cx="7019305" cy="5084989"/>
                <a:chOff x="2537604" y="981283"/>
                <a:chExt cx="7019305" cy="5084989"/>
              </a:xfrm>
            </p:grpSpPr>
            <p:pic>
              <p:nvPicPr>
                <p:cNvPr id="3" name="Picture 2">
                  <a:extLst>
                    <a:ext uri="{FF2B5EF4-FFF2-40B4-BE49-F238E27FC236}">
                      <a16:creationId xmlns:a16="http://schemas.microsoft.com/office/drawing/2014/main" id="{A26851A2-711C-ABD5-E922-587515EF3811}"/>
                    </a:ext>
                  </a:extLst>
                </p:cNvPr>
                <p:cNvPicPr>
                  <a:picLocks noChangeAspect="1"/>
                </p:cNvPicPr>
                <p:nvPr/>
              </p:nvPicPr>
              <p:blipFill>
                <a:blip r:embed="rId2">
                  <a:clrChange>
                    <a:clrFrom>
                      <a:srgbClr val="101010"/>
                    </a:clrFrom>
                    <a:clrTo>
                      <a:srgbClr val="101010">
                        <a:alpha val="0"/>
                      </a:srgbClr>
                    </a:clrTo>
                  </a:clrChange>
                  <a:biLevel thresh="25000"/>
                  <a:alphaModFix amt="50000"/>
                  <a:extLst>
                    <a:ext uri="{BEBA8EAE-BF5A-486C-A8C5-ECC9F3942E4B}">
                      <a14:imgProps xmlns:a14="http://schemas.microsoft.com/office/drawing/2010/main">
                        <a14:imgLayer r:embed="rId3">
                          <a14:imgEffect>
                            <a14:artisticGlowEdges/>
                          </a14:imgEffect>
                          <a14:imgEffect>
                            <a14:sharpenSoften amount="-25000"/>
                          </a14:imgEffect>
                          <a14:imgEffect>
                            <a14:colorTemperature colorTemp="5900"/>
                          </a14:imgEffect>
                          <a14:imgEffect>
                            <a14:brightnessContrast bright="-40000"/>
                          </a14:imgEffect>
                        </a14:imgLayer>
                      </a14:imgProps>
                    </a:ext>
                  </a:extLst>
                </a:blip>
                <a:stretch>
                  <a:fillRect/>
                </a:stretch>
              </p:blipFill>
              <p:spPr>
                <a:xfrm>
                  <a:off x="3166653" y="1450895"/>
                  <a:ext cx="5858693" cy="3956209"/>
                </a:xfrm>
                <a:prstGeom prst="rect">
                  <a:avLst/>
                </a:prstGeom>
              </p:spPr>
            </p:pic>
            <p:sp>
              <p:nvSpPr>
                <p:cNvPr id="2" name="Oval 1">
                  <a:extLst>
                    <a:ext uri="{FF2B5EF4-FFF2-40B4-BE49-F238E27FC236}">
                      <a16:creationId xmlns:a16="http://schemas.microsoft.com/office/drawing/2014/main" id="{38115D9C-5CCE-5C25-7A6E-5908D4A8C6FB}"/>
                    </a:ext>
                  </a:extLst>
                </p:cNvPr>
                <p:cNvSpPr/>
                <p:nvPr/>
              </p:nvSpPr>
              <p:spPr>
                <a:xfrm>
                  <a:off x="2537604" y="1198998"/>
                  <a:ext cx="3814210" cy="3619053"/>
                </a:xfrm>
                <a:custGeom>
                  <a:avLst/>
                  <a:gdLst>
                    <a:gd name="connsiteX0" fmla="*/ 0 w 3911890"/>
                    <a:gd name="connsiteY0" fmla="*/ 1828800 h 3657599"/>
                    <a:gd name="connsiteX1" fmla="*/ 1955945 w 3911890"/>
                    <a:gd name="connsiteY1" fmla="*/ 0 h 3657599"/>
                    <a:gd name="connsiteX2" fmla="*/ 3911890 w 3911890"/>
                    <a:gd name="connsiteY2" fmla="*/ 1828800 h 3657599"/>
                    <a:gd name="connsiteX3" fmla="*/ 1955945 w 3911890"/>
                    <a:gd name="connsiteY3" fmla="*/ 3657600 h 3657599"/>
                    <a:gd name="connsiteX4" fmla="*/ 0 w 3911890"/>
                    <a:gd name="connsiteY4" fmla="*/ 1828800 h 3657599"/>
                    <a:gd name="connsiteX0" fmla="*/ 17011 w 3928901"/>
                    <a:gd name="connsiteY0" fmla="*/ 1828800 h 3739243"/>
                    <a:gd name="connsiteX1" fmla="*/ 1972956 w 3928901"/>
                    <a:gd name="connsiteY1" fmla="*/ 0 h 3739243"/>
                    <a:gd name="connsiteX2" fmla="*/ 3928901 w 3928901"/>
                    <a:gd name="connsiteY2" fmla="*/ 1828800 h 3739243"/>
                    <a:gd name="connsiteX3" fmla="*/ 1352470 w 3928901"/>
                    <a:gd name="connsiteY3" fmla="*/ 3739243 h 3739243"/>
                    <a:gd name="connsiteX4" fmla="*/ 17011 w 3928901"/>
                    <a:gd name="connsiteY4" fmla="*/ 1828800 h 3739243"/>
                    <a:gd name="connsiteX0" fmla="*/ 9031 w 3806621"/>
                    <a:gd name="connsiteY0" fmla="*/ 1829021 h 3739591"/>
                    <a:gd name="connsiteX1" fmla="*/ 1964976 w 3806621"/>
                    <a:gd name="connsiteY1" fmla="*/ 221 h 3739591"/>
                    <a:gd name="connsiteX2" fmla="*/ 3806621 w 3806621"/>
                    <a:gd name="connsiteY2" fmla="*/ 1739214 h 3739591"/>
                    <a:gd name="connsiteX3" fmla="*/ 1344490 w 3806621"/>
                    <a:gd name="connsiteY3" fmla="*/ 3739464 h 3739591"/>
                    <a:gd name="connsiteX4" fmla="*/ 9031 w 3806621"/>
                    <a:gd name="connsiteY4" fmla="*/ 1829021 h 3739591"/>
                    <a:gd name="connsiteX0" fmla="*/ 8195 w 3805785"/>
                    <a:gd name="connsiteY0" fmla="*/ 1404756 h 3315320"/>
                    <a:gd name="connsiteX1" fmla="*/ 1931483 w 3805785"/>
                    <a:gd name="connsiteY1" fmla="*/ 499 h 3315320"/>
                    <a:gd name="connsiteX2" fmla="*/ 3805785 w 3805785"/>
                    <a:gd name="connsiteY2" fmla="*/ 1314949 h 3315320"/>
                    <a:gd name="connsiteX3" fmla="*/ 1343654 w 3805785"/>
                    <a:gd name="connsiteY3" fmla="*/ 3315199 h 3315320"/>
                    <a:gd name="connsiteX4" fmla="*/ 8195 w 3805785"/>
                    <a:gd name="connsiteY4" fmla="*/ 1404756 h 3315320"/>
                    <a:gd name="connsiteX0" fmla="*/ 8195 w 3805785"/>
                    <a:gd name="connsiteY0" fmla="*/ 1087655 h 3317532"/>
                    <a:gd name="connsiteX1" fmla="*/ 1931483 w 3805785"/>
                    <a:gd name="connsiteY1" fmla="*/ 1805 h 3317532"/>
                    <a:gd name="connsiteX2" fmla="*/ 3805785 w 3805785"/>
                    <a:gd name="connsiteY2" fmla="*/ 1316255 h 3317532"/>
                    <a:gd name="connsiteX3" fmla="*/ 1343654 w 3805785"/>
                    <a:gd name="connsiteY3" fmla="*/ 3316505 h 3317532"/>
                    <a:gd name="connsiteX4" fmla="*/ 8195 w 3805785"/>
                    <a:gd name="connsiteY4" fmla="*/ 1087655 h 3317532"/>
                    <a:gd name="connsiteX0" fmla="*/ 4053 w 3801643"/>
                    <a:gd name="connsiteY0" fmla="*/ 1478909 h 3708786"/>
                    <a:gd name="connsiteX1" fmla="*/ 1739562 w 3801643"/>
                    <a:gd name="connsiteY1" fmla="*/ 1173 h 3708786"/>
                    <a:gd name="connsiteX2" fmla="*/ 3801643 w 3801643"/>
                    <a:gd name="connsiteY2" fmla="*/ 1707509 h 3708786"/>
                    <a:gd name="connsiteX3" fmla="*/ 1339512 w 3801643"/>
                    <a:gd name="connsiteY3" fmla="*/ 3707759 h 3708786"/>
                    <a:gd name="connsiteX4" fmla="*/ 4053 w 3801643"/>
                    <a:gd name="connsiteY4" fmla="*/ 1478909 h 3708786"/>
                    <a:gd name="connsiteX0" fmla="*/ 104519 w 3902109"/>
                    <a:gd name="connsiteY0" fmla="*/ 1478872 h 3521189"/>
                    <a:gd name="connsiteX1" fmla="*/ 1840028 w 3902109"/>
                    <a:gd name="connsiteY1" fmla="*/ 1136 h 3521189"/>
                    <a:gd name="connsiteX2" fmla="*/ 3902109 w 3902109"/>
                    <a:gd name="connsiteY2" fmla="*/ 1707472 h 3521189"/>
                    <a:gd name="connsiteX3" fmla="*/ 599056 w 3902109"/>
                    <a:gd name="connsiteY3" fmla="*/ 3519943 h 3521189"/>
                    <a:gd name="connsiteX4" fmla="*/ 104519 w 3902109"/>
                    <a:gd name="connsiteY4" fmla="*/ 1478872 h 3521189"/>
                    <a:gd name="connsiteX0" fmla="*/ 16620 w 3814210"/>
                    <a:gd name="connsiteY0" fmla="*/ 1478890 h 3619053"/>
                    <a:gd name="connsiteX1" fmla="*/ 1752129 w 3814210"/>
                    <a:gd name="connsiteY1" fmla="*/ 1154 h 3619053"/>
                    <a:gd name="connsiteX2" fmla="*/ 3814210 w 3814210"/>
                    <a:gd name="connsiteY2" fmla="*/ 1707490 h 3619053"/>
                    <a:gd name="connsiteX3" fmla="*/ 1050000 w 3814210"/>
                    <a:gd name="connsiteY3" fmla="*/ 3617932 h 3619053"/>
                    <a:gd name="connsiteX4" fmla="*/ 16620 w 3814210"/>
                    <a:gd name="connsiteY4" fmla="*/ 1478890 h 3619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4210" h="3619053">
                      <a:moveTo>
                        <a:pt x="16620" y="1478890"/>
                      </a:moveTo>
                      <a:cubicBezTo>
                        <a:pt x="133642" y="876094"/>
                        <a:pt x="1119197" y="-36946"/>
                        <a:pt x="1752129" y="1154"/>
                      </a:cubicBezTo>
                      <a:cubicBezTo>
                        <a:pt x="2385061" y="39254"/>
                        <a:pt x="3814210" y="697472"/>
                        <a:pt x="3814210" y="1707490"/>
                      </a:cubicBezTo>
                      <a:cubicBezTo>
                        <a:pt x="3814210" y="2717508"/>
                        <a:pt x="1682932" y="3656032"/>
                        <a:pt x="1050000" y="3617932"/>
                      </a:cubicBezTo>
                      <a:cubicBezTo>
                        <a:pt x="417068" y="3579832"/>
                        <a:pt x="-100402" y="2081686"/>
                        <a:pt x="16620" y="1478890"/>
                      </a:cubicBezTo>
                      <a:close/>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1">
                  <a:extLst>
                    <a:ext uri="{FF2B5EF4-FFF2-40B4-BE49-F238E27FC236}">
                      <a16:creationId xmlns:a16="http://schemas.microsoft.com/office/drawing/2014/main" id="{A5301C67-2A8C-7EEC-B4AC-12F78BC0172B}"/>
                    </a:ext>
                  </a:extLst>
                </p:cNvPr>
                <p:cNvSpPr/>
                <p:nvPr/>
              </p:nvSpPr>
              <p:spPr>
                <a:xfrm>
                  <a:off x="5741312" y="981283"/>
                  <a:ext cx="3815597" cy="3692470"/>
                </a:xfrm>
                <a:custGeom>
                  <a:avLst/>
                  <a:gdLst>
                    <a:gd name="connsiteX0" fmla="*/ 0 w 3911890"/>
                    <a:gd name="connsiteY0" fmla="*/ 1828800 h 3657599"/>
                    <a:gd name="connsiteX1" fmla="*/ 1955945 w 3911890"/>
                    <a:gd name="connsiteY1" fmla="*/ 0 h 3657599"/>
                    <a:gd name="connsiteX2" fmla="*/ 3911890 w 3911890"/>
                    <a:gd name="connsiteY2" fmla="*/ 1828800 h 3657599"/>
                    <a:gd name="connsiteX3" fmla="*/ 1955945 w 3911890"/>
                    <a:gd name="connsiteY3" fmla="*/ 3657600 h 3657599"/>
                    <a:gd name="connsiteX4" fmla="*/ 0 w 3911890"/>
                    <a:gd name="connsiteY4" fmla="*/ 1828800 h 3657599"/>
                    <a:gd name="connsiteX0" fmla="*/ 17011 w 3928901"/>
                    <a:gd name="connsiteY0" fmla="*/ 1828800 h 3739243"/>
                    <a:gd name="connsiteX1" fmla="*/ 1972956 w 3928901"/>
                    <a:gd name="connsiteY1" fmla="*/ 0 h 3739243"/>
                    <a:gd name="connsiteX2" fmla="*/ 3928901 w 3928901"/>
                    <a:gd name="connsiteY2" fmla="*/ 1828800 h 3739243"/>
                    <a:gd name="connsiteX3" fmla="*/ 1352470 w 3928901"/>
                    <a:gd name="connsiteY3" fmla="*/ 3739243 h 3739243"/>
                    <a:gd name="connsiteX4" fmla="*/ 17011 w 3928901"/>
                    <a:gd name="connsiteY4" fmla="*/ 1828800 h 3739243"/>
                    <a:gd name="connsiteX0" fmla="*/ 9031 w 3806621"/>
                    <a:gd name="connsiteY0" fmla="*/ 1829021 h 3739591"/>
                    <a:gd name="connsiteX1" fmla="*/ 1964976 w 3806621"/>
                    <a:gd name="connsiteY1" fmla="*/ 221 h 3739591"/>
                    <a:gd name="connsiteX2" fmla="*/ 3806621 w 3806621"/>
                    <a:gd name="connsiteY2" fmla="*/ 1739214 h 3739591"/>
                    <a:gd name="connsiteX3" fmla="*/ 1344490 w 3806621"/>
                    <a:gd name="connsiteY3" fmla="*/ 3739464 h 3739591"/>
                    <a:gd name="connsiteX4" fmla="*/ 9031 w 3806621"/>
                    <a:gd name="connsiteY4" fmla="*/ 1829021 h 3739591"/>
                    <a:gd name="connsiteX0" fmla="*/ 8195 w 3805785"/>
                    <a:gd name="connsiteY0" fmla="*/ 1404756 h 3315320"/>
                    <a:gd name="connsiteX1" fmla="*/ 1931483 w 3805785"/>
                    <a:gd name="connsiteY1" fmla="*/ 499 h 3315320"/>
                    <a:gd name="connsiteX2" fmla="*/ 3805785 w 3805785"/>
                    <a:gd name="connsiteY2" fmla="*/ 1314949 h 3315320"/>
                    <a:gd name="connsiteX3" fmla="*/ 1343654 w 3805785"/>
                    <a:gd name="connsiteY3" fmla="*/ 3315199 h 3315320"/>
                    <a:gd name="connsiteX4" fmla="*/ 8195 w 3805785"/>
                    <a:gd name="connsiteY4" fmla="*/ 1404756 h 3315320"/>
                    <a:gd name="connsiteX0" fmla="*/ 8195 w 3805785"/>
                    <a:gd name="connsiteY0" fmla="*/ 1087655 h 3317532"/>
                    <a:gd name="connsiteX1" fmla="*/ 1931483 w 3805785"/>
                    <a:gd name="connsiteY1" fmla="*/ 1805 h 3317532"/>
                    <a:gd name="connsiteX2" fmla="*/ 3805785 w 3805785"/>
                    <a:gd name="connsiteY2" fmla="*/ 1316255 h 3317532"/>
                    <a:gd name="connsiteX3" fmla="*/ 1343654 w 3805785"/>
                    <a:gd name="connsiteY3" fmla="*/ 3316505 h 3317532"/>
                    <a:gd name="connsiteX4" fmla="*/ 8195 w 3805785"/>
                    <a:gd name="connsiteY4" fmla="*/ 1087655 h 3317532"/>
                    <a:gd name="connsiteX0" fmla="*/ 4053 w 3801643"/>
                    <a:gd name="connsiteY0" fmla="*/ 1478909 h 3708786"/>
                    <a:gd name="connsiteX1" fmla="*/ 1739562 w 3801643"/>
                    <a:gd name="connsiteY1" fmla="*/ 1173 h 3708786"/>
                    <a:gd name="connsiteX2" fmla="*/ 3801643 w 3801643"/>
                    <a:gd name="connsiteY2" fmla="*/ 1707509 h 3708786"/>
                    <a:gd name="connsiteX3" fmla="*/ 1339512 w 3801643"/>
                    <a:gd name="connsiteY3" fmla="*/ 3707759 h 3708786"/>
                    <a:gd name="connsiteX4" fmla="*/ 4053 w 3801643"/>
                    <a:gd name="connsiteY4" fmla="*/ 1478909 h 3708786"/>
                    <a:gd name="connsiteX0" fmla="*/ 104519 w 3902109"/>
                    <a:gd name="connsiteY0" fmla="*/ 1478872 h 3521189"/>
                    <a:gd name="connsiteX1" fmla="*/ 1840028 w 3902109"/>
                    <a:gd name="connsiteY1" fmla="*/ 1136 h 3521189"/>
                    <a:gd name="connsiteX2" fmla="*/ 3902109 w 3902109"/>
                    <a:gd name="connsiteY2" fmla="*/ 1707472 h 3521189"/>
                    <a:gd name="connsiteX3" fmla="*/ 599056 w 3902109"/>
                    <a:gd name="connsiteY3" fmla="*/ 3519943 h 3521189"/>
                    <a:gd name="connsiteX4" fmla="*/ 104519 w 3902109"/>
                    <a:gd name="connsiteY4" fmla="*/ 1478872 h 3521189"/>
                    <a:gd name="connsiteX0" fmla="*/ 16620 w 3814210"/>
                    <a:gd name="connsiteY0" fmla="*/ 1478890 h 3619053"/>
                    <a:gd name="connsiteX1" fmla="*/ 1752129 w 3814210"/>
                    <a:gd name="connsiteY1" fmla="*/ 1154 h 3619053"/>
                    <a:gd name="connsiteX2" fmla="*/ 3814210 w 3814210"/>
                    <a:gd name="connsiteY2" fmla="*/ 1707490 h 3619053"/>
                    <a:gd name="connsiteX3" fmla="*/ 1050000 w 3814210"/>
                    <a:gd name="connsiteY3" fmla="*/ 3617932 h 3619053"/>
                    <a:gd name="connsiteX4" fmla="*/ 16620 w 3814210"/>
                    <a:gd name="connsiteY4" fmla="*/ 1478890 h 3619053"/>
                    <a:gd name="connsiteX0" fmla="*/ 18007 w 3815597"/>
                    <a:gd name="connsiteY0" fmla="*/ 1478906 h 3692470"/>
                    <a:gd name="connsiteX1" fmla="*/ 1753516 w 3815597"/>
                    <a:gd name="connsiteY1" fmla="*/ 1170 h 3692470"/>
                    <a:gd name="connsiteX2" fmla="*/ 3815597 w 3815597"/>
                    <a:gd name="connsiteY2" fmla="*/ 1707506 h 3692470"/>
                    <a:gd name="connsiteX3" fmla="*/ 2863858 w 3815597"/>
                    <a:gd name="connsiteY3" fmla="*/ 3691427 h 3692470"/>
                    <a:gd name="connsiteX4" fmla="*/ 18007 w 3815597"/>
                    <a:gd name="connsiteY4" fmla="*/ 1478906 h 3692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5597" h="3692470">
                      <a:moveTo>
                        <a:pt x="18007" y="1478906"/>
                      </a:moveTo>
                      <a:cubicBezTo>
                        <a:pt x="-167050" y="863863"/>
                        <a:pt x="1120584" y="-36930"/>
                        <a:pt x="1753516" y="1170"/>
                      </a:cubicBezTo>
                      <a:cubicBezTo>
                        <a:pt x="2386448" y="39270"/>
                        <a:pt x="3815597" y="697488"/>
                        <a:pt x="3815597" y="1707506"/>
                      </a:cubicBezTo>
                      <a:cubicBezTo>
                        <a:pt x="3815597" y="2717524"/>
                        <a:pt x="3496790" y="3729527"/>
                        <a:pt x="2863858" y="3691427"/>
                      </a:cubicBezTo>
                      <a:cubicBezTo>
                        <a:pt x="2230926" y="3653327"/>
                        <a:pt x="203064" y="2093949"/>
                        <a:pt x="18007" y="1478906"/>
                      </a:cubicBezTo>
                      <a:close/>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1">
                  <a:extLst>
                    <a:ext uri="{FF2B5EF4-FFF2-40B4-BE49-F238E27FC236}">
                      <a16:creationId xmlns:a16="http://schemas.microsoft.com/office/drawing/2014/main" id="{4E026B5C-8F24-0CBB-34F3-3DA7C59E2976}"/>
                    </a:ext>
                  </a:extLst>
                </p:cNvPr>
                <p:cNvSpPr/>
                <p:nvPr/>
              </p:nvSpPr>
              <p:spPr>
                <a:xfrm>
                  <a:off x="4931014" y="2520534"/>
                  <a:ext cx="2431743" cy="3545738"/>
                </a:xfrm>
                <a:custGeom>
                  <a:avLst/>
                  <a:gdLst>
                    <a:gd name="connsiteX0" fmla="*/ 0 w 3911890"/>
                    <a:gd name="connsiteY0" fmla="*/ 1828800 h 3657599"/>
                    <a:gd name="connsiteX1" fmla="*/ 1955945 w 3911890"/>
                    <a:gd name="connsiteY1" fmla="*/ 0 h 3657599"/>
                    <a:gd name="connsiteX2" fmla="*/ 3911890 w 3911890"/>
                    <a:gd name="connsiteY2" fmla="*/ 1828800 h 3657599"/>
                    <a:gd name="connsiteX3" fmla="*/ 1955945 w 3911890"/>
                    <a:gd name="connsiteY3" fmla="*/ 3657600 h 3657599"/>
                    <a:gd name="connsiteX4" fmla="*/ 0 w 3911890"/>
                    <a:gd name="connsiteY4" fmla="*/ 1828800 h 3657599"/>
                    <a:gd name="connsiteX0" fmla="*/ 17011 w 3928901"/>
                    <a:gd name="connsiteY0" fmla="*/ 1828800 h 3739243"/>
                    <a:gd name="connsiteX1" fmla="*/ 1972956 w 3928901"/>
                    <a:gd name="connsiteY1" fmla="*/ 0 h 3739243"/>
                    <a:gd name="connsiteX2" fmla="*/ 3928901 w 3928901"/>
                    <a:gd name="connsiteY2" fmla="*/ 1828800 h 3739243"/>
                    <a:gd name="connsiteX3" fmla="*/ 1352470 w 3928901"/>
                    <a:gd name="connsiteY3" fmla="*/ 3739243 h 3739243"/>
                    <a:gd name="connsiteX4" fmla="*/ 17011 w 3928901"/>
                    <a:gd name="connsiteY4" fmla="*/ 1828800 h 3739243"/>
                    <a:gd name="connsiteX0" fmla="*/ 9031 w 3806621"/>
                    <a:gd name="connsiteY0" fmla="*/ 1829021 h 3739591"/>
                    <a:gd name="connsiteX1" fmla="*/ 1964976 w 3806621"/>
                    <a:gd name="connsiteY1" fmla="*/ 221 h 3739591"/>
                    <a:gd name="connsiteX2" fmla="*/ 3806621 w 3806621"/>
                    <a:gd name="connsiteY2" fmla="*/ 1739214 h 3739591"/>
                    <a:gd name="connsiteX3" fmla="*/ 1344490 w 3806621"/>
                    <a:gd name="connsiteY3" fmla="*/ 3739464 h 3739591"/>
                    <a:gd name="connsiteX4" fmla="*/ 9031 w 3806621"/>
                    <a:gd name="connsiteY4" fmla="*/ 1829021 h 3739591"/>
                    <a:gd name="connsiteX0" fmla="*/ 8195 w 3805785"/>
                    <a:gd name="connsiteY0" fmla="*/ 1404756 h 3315320"/>
                    <a:gd name="connsiteX1" fmla="*/ 1931483 w 3805785"/>
                    <a:gd name="connsiteY1" fmla="*/ 499 h 3315320"/>
                    <a:gd name="connsiteX2" fmla="*/ 3805785 w 3805785"/>
                    <a:gd name="connsiteY2" fmla="*/ 1314949 h 3315320"/>
                    <a:gd name="connsiteX3" fmla="*/ 1343654 w 3805785"/>
                    <a:gd name="connsiteY3" fmla="*/ 3315199 h 3315320"/>
                    <a:gd name="connsiteX4" fmla="*/ 8195 w 3805785"/>
                    <a:gd name="connsiteY4" fmla="*/ 1404756 h 3315320"/>
                    <a:gd name="connsiteX0" fmla="*/ 8195 w 3805785"/>
                    <a:gd name="connsiteY0" fmla="*/ 1087655 h 3317532"/>
                    <a:gd name="connsiteX1" fmla="*/ 1931483 w 3805785"/>
                    <a:gd name="connsiteY1" fmla="*/ 1805 h 3317532"/>
                    <a:gd name="connsiteX2" fmla="*/ 3805785 w 3805785"/>
                    <a:gd name="connsiteY2" fmla="*/ 1316255 h 3317532"/>
                    <a:gd name="connsiteX3" fmla="*/ 1343654 w 3805785"/>
                    <a:gd name="connsiteY3" fmla="*/ 3316505 h 3317532"/>
                    <a:gd name="connsiteX4" fmla="*/ 8195 w 3805785"/>
                    <a:gd name="connsiteY4" fmla="*/ 1087655 h 3317532"/>
                    <a:gd name="connsiteX0" fmla="*/ 4053 w 3801643"/>
                    <a:gd name="connsiteY0" fmla="*/ 1478909 h 3708786"/>
                    <a:gd name="connsiteX1" fmla="*/ 1739562 w 3801643"/>
                    <a:gd name="connsiteY1" fmla="*/ 1173 h 3708786"/>
                    <a:gd name="connsiteX2" fmla="*/ 3801643 w 3801643"/>
                    <a:gd name="connsiteY2" fmla="*/ 1707509 h 3708786"/>
                    <a:gd name="connsiteX3" fmla="*/ 1339512 w 3801643"/>
                    <a:gd name="connsiteY3" fmla="*/ 3707759 h 3708786"/>
                    <a:gd name="connsiteX4" fmla="*/ 4053 w 3801643"/>
                    <a:gd name="connsiteY4" fmla="*/ 1478909 h 3708786"/>
                    <a:gd name="connsiteX0" fmla="*/ 104519 w 3902109"/>
                    <a:gd name="connsiteY0" fmla="*/ 1478872 h 3521189"/>
                    <a:gd name="connsiteX1" fmla="*/ 1840028 w 3902109"/>
                    <a:gd name="connsiteY1" fmla="*/ 1136 h 3521189"/>
                    <a:gd name="connsiteX2" fmla="*/ 3902109 w 3902109"/>
                    <a:gd name="connsiteY2" fmla="*/ 1707472 h 3521189"/>
                    <a:gd name="connsiteX3" fmla="*/ 599056 w 3902109"/>
                    <a:gd name="connsiteY3" fmla="*/ 3519943 h 3521189"/>
                    <a:gd name="connsiteX4" fmla="*/ 104519 w 3902109"/>
                    <a:gd name="connsiteY4" fmla="*/ 1478872 h 3521189"/>
                    <a:gd name="connsiteX0" fmla="*/ 16620 w 3814210"/>
                    <a:gd name="connsiteY0" fmla="*/ 1478890 h 3619053"/>
                    <a:gd name="connsiteX1" fmla="*/ 1752129 w 3814210"/>
                    <a:gd name="connsiteY1" fmla="*/ 1154 h 3619053"/>
                    <a:gd name="connsiteX2" fmla="*/ 3814210 w 3814210"/>
                    <a:gd name="connsiteY2" fmla="*/ 1707490 h 3619053"/>
                    <a:gd name="connsiteX3" fmla="*/ 1050000 w 3814210"/>
                    <a:gd name="connsiteY3" fmla="*/ 3617932 h 3619053"/>
                    <a:gd name="connsiteX4" fmla="*/ 16620 w 3814210"/>
                    <a:gd name="connsiteY4" fmla="*/ 1478890 h 3619053"/>
                    <a:gd name="connsiteX0" fmla="*/ 388 w 3797978"/>
                    <a:gd name="connsiteY0" fmla="*/ 1478875 h 3538116"/>
                    <a:gd name="connsiteX1" fmla="*/ 1735897 w 3797978"/>
                    <a:gd name="connsiteY1" fmla="*/ 1139 h 3538116"/>
                    <a:gd name="connsiteX2" fmla="*/ 3797978 w 3797978"/>
                    <a:gd name="connsiteY2" fmla="*/ 1707475 h 3538116"/>
                    <a:gd name="connsiteX3" fmla="*/ 1881803 w 3797978"/>
                    <a:gd name="connsiteY3" fmla="*/ 3536894 h 3538116"/>
                    <a:gd name="connsiteX4" fmla="*/ 388 w 3797978"/>
                    <a:gd name="connsiteY4" fmla="*/ 1478875 h 3538116"/>
                    <a:gd name="connsiteX0" fmla="*/ 829 w 3064300"/>
                    <a:gd name="connsiteY0" fmla="*/ 1697657 h 3535758"/>
                    <a:gd name="connsiteX1" fmla="*/ 1002219 w 3064300"/>
                    <a:gd name="connsiteY1" fmla="*/ 2 h 3535758"/>
                    <a:gd name="connsiteX2" fmla="*/ 3064300 w 3064300"/>
                    <a:gd name="connsiteY2" fmla="*/ 1706338 h 3535758"/>
                    <a:gd name="connsiteX3" fmla="*/ 1148125 w 3064300"/>
                    <a:gd name="connsiteY3" fmla="*/ 3535757 h 3535758"/>
                    <a:gd name="connsiteX4" fmla="*/ 829 w 3064300"/>
                    <a:gd name="connsiteY4" fmla="*/ 1697657 h 3535758"/>
                    <a:gd name="connsiteX0" fmla="*/ 737 w 2659177"/>
                    <a:gd name="connsiteY0" fmla="*/ 1700713 h 3545738"/>
                    <a:gd name="connsiteX1" fmla="*/ 1002127 w 2659177"/>
                    <a:gd name="connsiteY1" fmla="*/ 3058 h 3545738"/>
                    <a:gd name="connsiteX2" fmla="*/ 2659177 w 2659177"/>
                    <a:gd name="connsiteY2" fmla="*/ 2126082 h 3545738"/>
                    <a:gd name="connsiteX3" fmla="*/ 1148033 w 2659177"/>
                    <a:gd name="connsiteY3" fmla="*/ 3538813 h 3545738"/>
                    <a:gd name="connsiteX4" fmla="*/ 737 w 2659177"/>
                    <a:gd name="connsiteY4" fmla="*/ 1700713 h 3545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177" h="3545738">
                      <a:moveTo>
                        <a:pt x="737" y="1700713"/>
                      </a:moveTo>
                      <a:cubicBezTo>
                        <a:pt x="-23581" y="1111421"/>
                        <a:pt x="559054" y="-67837"/>
                        <a:pt x="1002127" y="3058"/>
                      </a:cubicBezTo>
                      <a:cubicBezTo>
                        <a:pt x="1445200" y="73953"/>
                        <a:pt x="2659177" y="1116064"/>
                        <a:pt x="2659177" y="2126082"/>
                      </a:cubicBezTo>
                      <a:cubicBezTo>
                        <a:pt x="2659177" y="3136100"/>
                        <a:pt x="1591106" y="3609708"/>
                        <a:pt x="1148033" y="3538813"/>
                      </a:cubicBezTo>
                      <a:cubicBezTo>
                        <a:pt x="704960" y="3467918"/>
                        <a:pt x="25055" y="2290006"/>
                        <a:pt x="737" y="1700713"/>
                      </a:cubicBezTo>
                      <a:close/>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3CF1B6C5-CF79-0CB1-D0F3-1D1770ADE053}"/>
                  </a:ext>
                </a:extLst>
              </p:cNvPr>
              <p:cNvSpPr txBox="1"/>
              <p:nvPr/>
            </p:nvSpPr>
            <p:spPr>
              <a:xfrm>
                <a:off x="6934874" y="1359462"/>
                <a:ext cx="1440383" cy="369332"/>
              </a:xfrm>
              <a:prstGeom prst="rect">
                <a:avLst/>
              </a:prstGeom>
              <a:noFill/>
            </p:spPr>
            <p:txBody>
              <a:bodyPr wrap="square" rtlCol="0">
                <a:spAutoFit/>
              </a:bodyPr>
              <a:lstStyle/>
              <a:p>
                <a:pPr algn="ctr"/>
                <a:r>
                  <a:rPr lang="en-US" dirty="0">
                    <a:latin typeface="Garamond" panose="02020404030301010803" pitchFamily="18" charset="0"/>
                  </a:rPr>
                  <a:t>Subnet</a:t>
                </a:r>
              </a:p>
            </p:txBody>
          </p:sp>
          <p:sp>
            <p:nvSpPr>
              <p:cNvPr id="8" name="TextBox 7">
                <a:extLst>
                  <a:ext uri="{FF2B5EF4-FFF2-40B4-BE49-F238E27FC236}">
                    <a16:creationId xmlns:a16="http://schemas.microsoft.com/office/drawing/2014/main" id="{012D68F5-FFBD-869A-2E97-29DBCC852E69}"/>
                  </a:ext>
                </a:extLst>
              </p:cNvPr>
              <p:cNvSpPr txBox="1"/>
              <p:nvPr/>
            </p:nvSpPr>
            <p:spPr>
              <a:xfrm>
                <a:off x="2257482" y="2586865"/>
                <a:ext cx="1440383" cy="369332"/>
              </a:xfrm>
              <a:prstGeom prst="rect">
                <a:avLst/>
              </a:prstGeom>
              <a:noFill/>
            </p:spPr>
            <p:txBody>
              <a:bodyPr wrap="square" rtlCol="0">
                <a:spAutoFit/>
              </a:bodyPr>
              <a:lstStyle/>
              <a:p>
                <a:pPr algn="ctr"/>
                <a:r>
                  <a:rPr lang="en-US" dirty="0">
                    <a:latin typeface="Garamond" panose="02020404030301010803" pitchFamily="18" charset="0"/>
                  </a:rPr>
                  <a:t>Subnet</a:t>
                </a:r>
              </a:p>
            </p:txBody>
          </p:sp>
          <p:sp>
            <p:nvSpPr>
              <p:cNvPr id="9" name="TextBox 8">
                <a:extLst>
                  <a:ext uri="{FF2B5EF4-FFF2-40B4-BE49-F238E27FC236}">
                    <a16:creationId xmlns:a16="http://schemas.microsoft.com/office/drawing/2014/main" id="{4CF30B0C-788F-747E-72A9-A7972F36A756}"/>
                  </a:ext>
                </a:extLst>
              </p:cNvPr>
              <p:cNvSpPr txBox="1"/>
              <p:nvPr/>
            </p:nvSpPr>
            <p:spPr>
              <a:xfrm>
                <a:off x="5426693" y="5425125"/>
                <a:ext cx="1440383" cy="369332"/>
              </a:xfrm>
              <a:prstGeom prst="rect">
                <a:avLst/>
              </a:prstGeom>
              <a:noFill/>
            </p:spPr>
            <p:txBody>
              <a:bodyPr wrap="square" rtlCol="0">
                <a:spAutoFit/>
              </a:bodyPr>
              <a:lstStyle/>
              <a:p>
                <a:pPr algn="ctr"/>
                <a:r>
                  <a:rPr lang="en-US" dirty="0">
                    <a:latin typeface="Garamond" panose="02020404030301010803" pitchFamily="18" charset="0"/>
                  </a:rPr>
                  <a:t>Subnet</a:t>
                </a:r>
              </a:p>
            </p:txBody>
          </p:sp>
        </p:grpSp>
        <p:cxnSp>
          <p:nvCxnSpPr>
            <p:cNvPr id="14" name="Straight Connector 13">
              <a:extLst>
                <a:ext uri="{FF2B5EF4-FFF2-40B4-BE49-F238E27FC236}">
                  <a16:creationId xmlns:a16="http://schemas.microsoft.com/office/drawing/2014/main" id="{FF565EFD-645D-E574-74D0-AD3497DE2654}"/>
                </a:ext>
              </a:extLst>
            </p:cNvPr>
            <p:cNvCxnSpPr/>
            <p:nvPr/>
          </p:nvCxnSpPr>
          <p:spPr>
            <a:xfrm flipH="1">
              <a:off x="5351068" y="3071811"/>
              <a:ext cx="902227" cy="0"/>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17" name="Straight Connector 16">
              <a:extLst>
                <a:ext uri="{FF2B5EF4-FFF2-40B4-BE49-F238E27FC236}">
                  <a16:creationId xmlns:a16="http://schemas.microsoft.com/office/drawing/2014/main" id="{B531EE4E-D7A0-C51F-CEC4-FFD980E043FE}"/>
                </a:ext>
              </a:extLst>
            </p:cNvPr>
            <p:cNvCxnSpPr>
              <a:cxnSpLocks/>
            </p:cNvCxnSpPr>
            <p:nvPr/>
          </p:nvCxnSpPr>
          <p:spPr>
            <a:xfrm flipH="1" flipV="1">
              <a:off x="6772829" y="3063450"/>
              <a:ext cx="819125" cy="8361"/>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18" name="Straight Connector 17">
              <a:extLst>
                <a:ext uri="{FF2B5EF4-FFF2-40B4-BE49-F238E27FC236}">
                  <a16:creationId xmlns:a16="http://schemas.microsoft.com/office/drawing/2014/main" id="{68C2B50C-771E-7166-C114-5758B47BF08B}"/>
                </a:ext>
              </a:extLst>
            </p:cNvPr>
            <p:cNvCxnSpPr>
              <a:cxnSpLocks/>
            </p:cNvCxnSpPr>
            <p:nvPr/>
          </p:nvCxnSpPr>
          <p:spPr>
            <a:xfrm flipV="1">
              <a:off x="6460978" y="3195785"/>
              <a:ext cx="0" cy="714378"/>
            </a:xfrm>
            <a:prstGeom prst="line">
              <a:avLst/>
            </a:prstGeom>
            <a:ln w="57150"/>
          </p:spPr>
          <p:style>
            <a:lnRef idx="3">
              <a:schemeClr val="accent2"/>
            </a:lnRef>
            <a:fillRef idx="0">
              <a:schemeClr val="accent2"/>
            </a:fillRef>
            <a:effectRef idx="2">
              <a:schemeClr val="accent2"/>
            </a:effectRef>
            <a:fontRef idx="minor">
              <a:schemeClr val="tx1"/>
            </a:fontRef>
          </p:style>
        </p:cxnSp>
      </p:grpSp>
      <p:sp>
        <p:nvSpPr>
          <p:cNvPr id="21" name="TextBox 20">
            <a:extLst>
              <a:ext uri="{FF2B5EF4-FFF2-40B4-BE49-F238E27FC236}">
                <a16:creationId xmlns:a16="http://schemas.microsoft.com/office/drawing/2014/main" id="{A2766C42-8A8F-60A9-5184-7E3902A2BE79}"/>
              </a:ext>
            </a:extLst>
          </p:cNvPr>
          <p:cNvSpPr txBox="1"/>
          <p:nvPr/>
        </p:nvSpPr>
        <p:spPr>
          <a:xfrm>
            <a:off x="5613348" y="1045585"/>
            <a:ext cx="1181652" cy="369332"/>
          </a:xfrm>
          <a:prstGeom prst="rect">
            <a:avLst/>
          </a:prstGeom>
          <a:solidFill>
            <a:schemeClr val="accent4">
              <a:lumMod val="60000"/>
              <a:lumOff val="40000"/>
            </a:schemeClr>
          </a:solidFill>
          <a:ln>
            <a:noFill/>
          </a:ln>
        </p:spPr>
        <p:txBody>
          <a:bodyPr wrap="square" rtlCol="0">
            <a:spAutoFit/>
          </a:bodyPr>
          <a:lstStyle/>
          <a:p>
            <a:pPr algn="ctr"/>
            <a:r>
              <a:rPr lang="en-US" b="1" dirty="0">
                <a:solidFill>
                  <a:schemeClr val="accent2"/>
                </a:solidFill>
                <a:latin typeface="Garamond" panose="02020404030301010803" pitchFamily="18" charset="0"/>
              </a:rPr>
              <a:t>interfaces</a:t>
            </a:r>
          </a:p>
        </p:txBody>
      </p:sp>
      <p:cxnSp>
        <p:nvCxnSpPr>
          <p:cNvPr id="29" name="Straight Arrow Connector 28">
            <a:extLst>
              <a:ext uri="{FF2B5EF4-FFF2-40B4-BE49-F238E27FC236}">
                <a16:creationId xmlns:a16="http://schemas.microsoft.com/office/drawing/2014/main" id="{F840A594-E2F3-2304-0F6A-2C7F921139F9}"/>
              </a:ext>
            </a:extLst>
          </p:cNvPr>
          <p:cNvCxnSpPr/>
          <p:nvPr/>
        </p:nvCxnSpPr>
        <p:spPr>
          <a:xfrm flipV="1">
            <a:off x="5802181" y="1483437"/>
            <a:ext cx="401993" cy="158001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2520B121-23D7-D8AB-B2F3-F421091A87C2}"/>
              </a:ext>
            </a:extLst>
          </p:cNvPr>
          <p:cNvCxnSpPr/>
          <p:nvPr/>
        </p:nvCxnSpPr>
        <p:spPr>
          <a:xfrm flipH="1" flipV="1">
            <a:off x="6253295" y="1474590"/>
            <a:ext cx="929096" cy="15770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3" name="Straight Arrow Connector 32">
            <a:extLst>
              <a:ext uri="{FF2B5EF4-FFF2-40B4-BE49-F238E27FC236}">
                <a16:creationId xmlns:a16="http://schemas.microsoft.com/office/drawing/2014/main" id="{0765E706-A244-9997-E9C8-A54E9F5EBB9B}"/>
              </a:ext>
            </a:extLst>
          </p:cNvPr>
          <p:cNvCxnSpPr/>
          <p:nvPr/>
        </p:nvCxnSpPr>
        <p:spPr>
          <a:xfrm flipH="1" flipV="1">
            <a:off x="6253295" y="1574870"/>
            <a:ext cx="207683" cy="195940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3757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7B39-8A91-05E2-6279-513D28182B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FB88D9-1C88-1E9C-0E52-C4F4003E0637}"/>
              </a:ext>
            </a:extLst>
          </p:cNvPr>
          <p:cNvSpPr>
            <a:spLocks noGrp="1"/>
          </p:cNvSpPr>
          <p:nvPr>
            <p:ph type="sldNum" sz="quarter" idx="12"/>
          </p:nvPr>
        </p:nvSpPr>
        <p:spPr/>
        <p:txBody>
          <a:bodyPr/>
          <a:lstStyle/>
          <a:p>
            <a:fld id="{CC90C3A5-607E-9F40-87DD-6234C3B54E7A}" type="slidenum">
              <a:rPr lang="en-US" smtClean="0"/>
              <a:t>13</a:t>
            </a:fld>
            <a:endParaRPr lang="en-US"/>
          </a:p>
        </p:txBody>
      </p:sp>
      <p:grpSp>
        <p:nvGrpSpPr>
          <p:cNvPr id="10" name="Group 9">
            <a:extLst>
              <a:ext uri="{FF2B5EF4-FFF2-40B4-BE49-F238E27FC236}">
                <a16:creationId xmlns:a16="http://schemas.microsoft.com/office/drawing/2014/main" id="{90744816-C0A0-1976-E2EC-85FBE5FA036B}"/>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014C7A6A-951A-0FBF-42F5-451272326A43}"/>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6F6D55A-A720-B0D4-5EB3-A79C746A6645}"/>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8D877F4-4917-DEB2-F3E0-32322F50E167}"/>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D227E6C1-01A2-76EF-E6ED-501AA78FF979}"/>
              </a:ext>
            </a:extLst>
          </p:cNvPr>
          <p:cNvSpPr txBox="1"/>
          <p:nvPr/>
        </p:nvSpPr>
        <p:spPr>
          <a:xfrm>
            <a:off x="1785320" y="140236"/>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2.3 Subnet’s IP:</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pic>
        <p:nvPicPr>
          <p:cNvPr id="3" name="Picture 2">
            <a:extLst>
              <a:ext uri="{FF2B5EF4-FFF2-40B4-BE49-F238E27FC236}">
                <a16:creationId xmlns:a16="http://schemas.microsoft.com/office/drawing/2014/main" id="{820FB46C-6A75-39D0-D020-64EAC6D4EDEE}"/>
              </a:ext>
            </a:extLst>
          </p:cNvPr>
          <p:cNvPicPr>
            <a:picLocks noChangeAspect="1"/>
          </p:cNvPicPr>
          <p:nvPr/>
        </p:nvPicPr>
        <p:blipFill>
          <a:blip r:embed="rId2">
            <a:clrChange>
              <a:clrFrom>
                <a:srgbClr val="101010"/>
              </a:clrFrom>
              <a:clrTo>
                <a:srgbClr val="101010">
                  <a:alpha val="0"/>
                </a:srgbClr>
              </a:clrTo>
            </a:clrChange>
            <a:biLevel thresh="25000"/>
            <a:alphaModFix amt="50000"/>
            <a:extLst>
              <a:ext uri="{BEBA8EAE-BF5A-486C-A8C5-ECC9F3942E4B}">
                <a14:imgProps xmlns:a14="http://schemas.microsoft.com/office/drawing/2010/main">
                  <a14:imgLayer r:embed="rId3">
                    <a14:imgEffect>
                      <a14:artisticGlowEdges/>
                    </a14:imgEffect>
                    <a14:imgEffect>
                      <a14:sharpenSoften amount="-25000"/>
                    </a14:imgEffect>
                    <a14:imgEffect>
                      <a14:colorTemperature colorTemp="5900"/>
                    </a14:imgEffect>
                    <a14:imgEffect>
                      <a14:brightnessContrast bright="-40000"/>
                    </a14:imgEffect>
                  </a14:imgLayer>
                </a14:imgProps>
              </a:ext>
            </a:extLst>
          </a:blip>
          <a:stretch>
            <a:fillRect/>
          </a:stretch>
        </p:blipFill>
        <p:spPr>
          <a:xfrm>
            <a:off x="3538728" y="1572768"/>
            <a:ext cx="5858693" cy="3956209"/>
          </a:xfrm>
          <a:prstGeom prst="rect">
            <a:avLst/>
          </a:prstGeom>
        </p:spPr>
      </p:pic>
      <p:sp>
        <p:nvSpPr>
          <p:cNvPr id="2" name="Oval 1">
            <a:extLst>
              <a:ext uri="{FF2B5EF4-FFF2-40B4-BE49-F238E27FC236}">
                <a16:creationId xmlns:a16="http://schemas.microsoft.com/office/drawing/2014/main" id="{36C9886B-46FC-99F3-1245-484D7768C90A}"/>
              </a:ext>
            </a:extLst>
          </p:cNvPr>
          <p:cNvSpPr/>
          <p:nvPr/>
        </p:nvSpPr>
        <p:spPr>
          <a:xfrm>
            <a:off x="1785320" y="911069"/>
            <a:ext cx="4261104" cy="4261104"/>
          </a:xfrm>
          <a:prstGeom prst="ellipse">
            <a:avLst/>
          </a:prstGeom>
          <a:blipFill dpi="0" rotWithShape="1">
            <a:blip r:embed="rId4">
              <a:extLst>
                <a:ext uri="{28A0092B-C50C-407E-A947-70E740481C1C}">
                  <a14:useLocalDpi xmlns:a14="http://schemas.microsoft.com/office/drawing/2010/main" val="0"/>
                </a:ext>
              </a:extLst>
            </a:blip>
            <a:srcRect/>
            <a:stretch>
              <a:fillRect l="9697" t="958" r="-17614" b="-22945"/>
            </a:stretch>
          </a:bli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B2DDBAE6-5EA2-D476-319E-C86AC6B39CB0}"/>
              </a:ext>
            </a:extLst>
          </p:cNvPr>
          <p:cNvCxnSpPr>
            <a:cxnSpLocks/>
            <a:stCxn id="2" idx="7"/>
          </p:cNvCxnSpPr>
          <p:nvPr/>
        </p:nvCxnSpPr>
        <p:spPr>
          <a:xfrm>
            <a:off x="5422400" y="1535093"/>
            <a:ext cx="1062484" cy="1450902"/>
          </a:xfrm>
          <a:prstGeom prst="line">
            <a:avLst/>
          </a:prstGeom>
          <a:ln>
            <a:solidFill>
              <a:schemeClr val="tx1"/>
            </a:solidFill>
          </a:ln>
        </p:spPr>
        <p:style>
          <a:lnRef idx="2">
            <a:schemeClr val="accent2"/>
          </a:lnRef>
          <a:fillRef idx="0">
            <a:schemeClr val="accent2"/>
          </a:fillRef>
          <a:effectRef idx="1">
            <a:schemeClr val="accent2"/>
          </a:effectRef>
          <a:fontRef idx="minor">
            <a:schemeClr val="tx1"/>
          </a:fontRef>
        </p:style>
      </p:cxnSp>
      <p:cxnSp>
        <p:nvCxnSpPr>
          <p:cNvPr id="7" name="Straight Connector 6">
            <a:extLst>
              <a:ext uri="{FF2B5EF4-FFF2-40B4-BE49-F238E27FC236}">
                <a16:creationId xmlns:a16="http://schemas.microsoft.com/office/drawing/2014/main" id="{7B40D02D-C141-4858-CDE1-FE468CE376D5}"/>
              </a:ext>
            </a:extLst>
          </p:cNvPr>
          <p:cNvCxnSpPr>
            <a:cxnSpLocks/>
            <a:endCxn id="2" idx="5"/>
          </p:cNvCxnSpPr>
          <p:nvPr/>
        </p:nvCxnSpPr>
        <p:spPr>
          <a:xfrm flipH="1">
            <a:off x="5422400" y="3037310"/>
            <a:ext cx="1062484" cy="1510839"/>
          </a:xfrm>
          <a:prstGeom prst="line">
            <a:avLst/>
          </a:prstGeom>
          <a:ln>
            <a:solidFill>
              <a:schemeClr val="tx1"/>
            </a:solidFill>
          </a:ln>
        </p:spPr>
        <p:style>
          <a:lnRef idx="2">
            <a:schemeClr val="accent2"/>
          </a:lnRef>
          <a:fillRef idx="0">
            <a:schemeClr val="accent2"/>
          </a:fillRef>
          <a:effectRef idx="1">
            <a:schemeClr val="accent2"/>
          </a:effectRef>
          <a:fontRef idx="minor">
            <a:schemeClr val="tx1"/>
          </a:fontRef>
        </p:style>
      </p:cxnSp>
      <p:sp>
        <p:nvSpPr>
          <p:cNvPr id="26" name="TextBox 25">
            <a:extLst>
              <a:ext uri="{FF2B5EF4-FFF2-40B4-BE49-F238E27FC236}">
                <a16:creationId xmlns:a16="http://schemas.microsoft.com/office/drawing/2014/main" id="{355780AA-6278-B331-9353-11FA285FDECA}"/>
              </a:ext>
            </a:extLst>
          </p:cNvPr>
          <p:cNvSpPr txBox="1"/>
          <p:nvPr/>
        </p:nvSpPr>
        <p:spPr>
          <a:xfrm>
            <a:off x="4466896" y="1103614"/>
            <a:ext cx="3258207" cy="369332"/>
          </a:xfrm>
          <a:prstGeom prst="rect">
            <a:avLst/>
          </a:prstGeom>
          <a:noFill/>
        </p:spPr>
        <p:txBody>
          <a:bodyPr wrap="square" rtlCol="0">
            <a:spAutoFit/>
          </a:bodyPr>
          <a:lstStyle/>
          <a:p>
            <a:pPr algn="ctr"/>
            <a:r>
              <a:rPr lang="en-US" dirty="0">
                <a:latin typeface="Garamond" panose="02020404030301010803" pitchFamily="18" charset="0"/>
              </a:rPr>
              <a:t>223.1.1.XXX</a:t>
            </a:r>
            <a:r>
              <a:rPr lang="en-US" b="1" dirty="0">
                <a:solidFill>
                  <a:schemeClr val="accent1">
                    <a:lumMod val="60000"/>
                    <a:lumOff val="40000"/>
                  </a:schemeClr>
                </a:solidFill>
                <a:latin typeface="Garamond" panose="02020404030301010803" pitchFamily="18" charset="0"/>
              </a:rPr>
              <a:t>/24</a:t>
            </a:r>
          </a:p>
        </p:txBody>
      </p:sp>
      <p:cxnSp>
        <p:nvCxnSpPr>
          <p:cNvPr id="34" name="Straight Connector 33">
            <a:extLst>
              <a:ext uri="{FF2B5EF4-FFF2-40B4-BE49-F238E27FC236}">
                <a16:creationId xmlns:a16="http://schemas.microsoft.com/office/drawing/2014/main" id="{57AE4616-F7EE-4F81-15E0-7E295B3BCDC4}"/>
              </a:ext>
            </a:extLst>
          </p:cNvPr>
          <p:cNvCxnSpPr/>
          <p:nvPr/>
        </p:nvCxnSpPr>
        <p:spPr>
          <a:xfrm>
            <a:off x="3342290" y="2522483"/>
            <a:ext cx="5735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178FC49-129E-E3A7-1B5A-50A638D81965}"/>
              </a:ext>
            </a:extLst>
          </p:cNvPr>
          <p:cNvCxnSpPr/>
          <p:nvPr/>
        </p:nvCxnSpPr>
        <p:spPr>
          <a:xfrm>
            <a:off x="5093051" y="2790496"/>
            <a:ext cx="5735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B6F66F-E78E-BC6B-E50F-0D244C6E2B3E}"/>
              </a:ext>
            </a:extLst>
          </p:cNvPr>
          <p:cNvCxnSpPr/>
          <p:nvPr/>
        </p:nvCxnSpPr>
        <p:spPr>
          <a:xfrm>
            <a:off x="3342290" y="4924096"/>
            <a:ext cx="5735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211E6E-121C-DEC8-AD51-4878A501F5C7}"/>
              </a:ext>
            </a:extLst>
          </p:cNvPr>
          <p:cNvCxnSpPr/>
          <p:nvPr/>
        </p:nvCxnSpPr>
        <p:spPr>
          <a:xfrm>
            <a:off x="3367761" y="3754437"/>
            <a:ext cx="5735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AE15182-262F-E989-D525-57A58CB68734}"/>
              </a:ext>
            </a:extLst>
          </p:cNvPr>
          <p:cNvCxnSpPr/>
          <p:nvPr/>
        </p:nvCxnSpPr>
        <p:spPr>
          <a:xfrm>
            <a:off x="6921530" y="1278763"/>
            <a:ext cx="8035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EF6326E-B231-C25D-ADA3-36A235348DE8}"/>
              </a:ext>
            </a:extLst>
          </p:cNvPr>
          <p:cNvSpPr txBox="1"/>
          <p:nvPr/>
        </p:nvSpPr>
        <p:spPr>
          <a:xfrm>
            <a:off x="7768840" y="925066"/>
            <a:ext cx="2081048" cy="1077218"/>
          </a:xfrm>
          <a:prstGeom prst="rect">
            <a:avLst/>
          </a:prstGeom>
          <a:noFill/>
        </p:spPr>
        <p:txBody>
          <a:bodyPr wrap="square" rtlCol="0">
            <a:spAutoFit/>
          </a:bodyPr>
          <a:lstStyle/>
          <a:p>
            <a:pPr algn="ctr"/>
            <a:r>
              <a:rPr lang="en-US" sz="1600" dirty="0">
                <a:latin typeface="Garamond" panose="02020404030301010803" pitchFamily="18" charset="0"/>
              </a:rPr>
              <a:t>Subnet Mask:</a:t>
            </a:r>
          </a:p>
          <a:p>
            <a:pPr algn="ctr"/>
            <a:r>
              <a:rPr lang="en-US" sz="1600" dirty="0">
                <a:effectLst/>
                <a:latin typeface="Garamond" panose="02020404030301010803" pitchFamily="18" charset="0"/>
              </a:rPr>
              <a:t>the leftmost 24 bits of the 32-bit </a:t>
            </a:r>
            <a:endParaRPr lang="en-US" sz="1600" dirty="0">
              <a:latin typeface="Garamond" panose="02020404030301010803" pitchFamily="18" charset="0"/>
            </a:endParaRPr>
          </a:p>
          <a:p>
            <a:pPr algn="ctr"/>
            <a:endParaRPr lang="en-US" sz="1600" dirty="0">
              <a:latin typeface="Garamond" panose="02020404030301010803" pitchFamily="18" charset="0"/>
            </a:endParaRPr>
          </a:p>
        </p:txBody>
      </p:sp>
    </p:spTree>
    <p:extLst>
      <p:ext uri="{BB962C8B-B14F-4D97-AF65-F5344CB8AC3E}">
        <p14:creationId xmlns:p14="http://schemas.microsoft.com/office/powerpoint/2010/main" val="1754996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5CC6C-06FB-B1F5-4387-23FC3B8273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97F2FE-72C2-DD91-0B3C-EA247DA86816}"/>
              </a:ext>
            </a:extLst>
          </p:cNvPr>
          <p:cNvSpPr>
            <a:spLocks noGrp="1"/>
          </p:cNvSpPr>
          <p:nvPr>
            <p:ph type="sldNum" sz="quarter" idx="12"/>
          </p:nvPr>
        </p:nvSpPr>
        <p:spPr/>
        <p:txBody>
          <a:bodyPr/>
          <a:lstStyle/>
          <a:p>
            <a:fld id="{CC90C3A5-607E-9F40-87DD-6234C3B54E7A}" type="slidenum">
              <a:rPr lang="en-US" smtClean="0"/>
              <a:t>14</a:t>
            </a:fld>
            <a:endParaRPr lang="en-US"/>
          </a:p>
        </p:txBody>
      </p:sp>
      <p:grpSp>
        <p:nvGrpSpPr>
          <p:cNvPr id="10" name="Group 9">
            <a:extLst>
              <a:ext uri="{FF2B5EF4-FFF2-40B4-BE49-F238E27FC236}">
                <a16:creationId xmlns:a16="http://schemas.microsoft.com/office/drawing/2014/main" id="{86AADB1A-5666-56C2-CEDE-0F34727079F6}"/>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E759AF03-41EB-FB36-A210-C58F61AF6E60}"/>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253FA85-DE8B-0CEC-154E-2C0CE4FACA29}"/>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A3617620-C937-D9A8-67AB-D219ECF64257}"/>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BD0929B2-FD44-8626-51D3-B2BBE8881261}"/>
              </a:ext>
            </a:extLst>
          </p:cNvPr>
          <p:cNvSpPr txBox="1"/>
          <p:nvPr/>
        </p:nvSpPr>
        <p:spPr>
          <a:xfrm>
            <a:off x="1785320" y="140236"/>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2.3 Subnet’s IP:</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grpSp>
        <p:nvGrpSpPr>
          <p:cNvPr id="28" name="Group 27">
            <a:extLst>
              <a:ext uri="{FF2B5EF4-FFF2-40B4-BE49-F238E27FC236}">
                <a16:creationId xmlns:a16="http://schemas.microsoft.com/office/drawing/2014/main" id="{17B61E75-B9A4-1F88-6EB6-C94A65099EA6}"/>
              </a:ext>
            </a:extLst>
          </p:cNvPr>
          <p:cNvGrpSpPr/>
          <p:nvPr/>
        </p:nvGrpSpPr>
        <p:grpSpPr>
          <a:xfrm>
            <a:off x="3445410" y="1788129"/>
            <a:ext cx="5301179" cy="4855609"/>
            <a:chOff x="3372810" y="1001195"/>
            <a:chExt cx="5301179" cy="4855609"/>
          </a:xfrm>
        </p:grpSpPr>
        <p:pic>
          <p:nvPicPr>
            <p:cNvPr id="8" name="Picture 7">
              <a:extLst>
                <a:ext uri="{FF2B5EF4-FFF2-40B4-BE49-F238E27FC236}">
                  <a16:creationId xmlns:a16="http://schemas.microsoft.com/office/drawing/2014/main" id="{ECB95382-D724-6A5F-1F83-F544B4B003B6}"/>
                </a:ext>
              </a:extLst>
            </p:cNvPr>
            <p:cNvPicPr>
              <a:picLocks noChangeAspect="1"/>
            </p:cNvPicPr>
            <p:nvPr/>
          </p:nvPicPr>
          <p:blipFill>
            <a:blip r:embed="rId2">
              <a:clrChange>
                <a:clrFrom>
                  <a:srgbClr val="212121"/>
                </a:clrFrom>
                <a:clrTo>
                  <a:srgbClr val="212121">
                    <a:alpha val="0"/>
                  </a:srgbClr>
                </a:clrTo>
              </a:clrChange>
              <a:alphaModFix amt="50000"/>
              <a:biLevel thresh="50000"/>
              <a:extLst>
                <a:ext uri="{BEBA8EAE-BF5A-486C-A8C5-ECC9F3942E4B}">
                  <a14:imgProps xmlns:a14="http://schemas.microsoft.com/office/drawing/2010/main">
                    <a14:imgLayer r:embed="rId3">
                      <a14:imgEffect>
                        <a14:artisticGlowEdges/>
                      </a14:imgEffect>
                      <a14:imgEffect>
                        <a14:sharpenSoften amount="-25000"/>
                      </a14:imgEffect>
                    </a14:imgLayer>
                  </a14:imgProps>
                </a:ext>
              </a:extLst>
            </a:blip>
            <a:stretch>
              <a:fillRect/>
            </a:stretch>
          </p:blipFill>
          <p:spPr>
            <a:xfrm>
              <a:off x="3707930" y="1001195"/>
              <a:ext cx="4776140" cy="4855609"/>
            </a:xfrm>
            <a:prstGeom prst="rect">
              <a:avLst/>
            </a:prstGeom>
          </p:spPr>
        </p:pic>
        <p:sp>
          <p:nvSpPr>
            <p:cNvPr id="9" name="TextBox 8">
              <a:extLst>
                <a:ext uri="{FF2B5EF4-FFF2-40B4-BE49-F238E27FC236}">
                  <a16:creationId xmlns:a16="http://schemas.microsoft.com/office/drawing/2014/main" id="{4801A946-A236-3FC8-9210-6C91CCAD4F3E}"/>
                </a:ext>
              </a:extLst>
            </p:cNvPr>
            <p:cNvSpPr txBox="1"/>
            <p:nvPr/>
          </p:nvSpPr>
          <p:spPr>
            <a:xfrm>
              <a:off x="3372810" y="2690743"/>
              <a:ext cx="1602889" cy="646331"/>
            </a:xfrm>
            <a:prstGeom prst="rect">
              <a:avLst/>
            </a:prstGeom>
            <a:noFill/>
            <a:ln>
              <a:solidFill>
                <a:schemeClr val="tx1"/>
              </a:solidFill>
            </a:ln>
          </p:spPr>
          <p:txBody>
            <a:bodyPr wrap="square" rtlCol="0">
              <a:spAutoFit/>
            </a:bodyPr>
            <a:lstStyle/>
            <a:p>
              <a:pPr marL="0" algn="ctr" defTabSz="457200" rtl="1" eaLnBrk="1" latinLnBrk="0" hangingPunct="1"/>
              <a:r>
                <a:rPr lang="en-US" dirty="0">
                  <a:latin typeface="Garamond" panose="02020404030301010803" pitchFamily="18" charset="0"/>
                </a:rPr>
                <a:t>223.1.9.0/24</a:t>
              </a:r>
            </a:p>
            <a:p>
              <a:pPr marL="0" algn="ctr" defTabSz="457200" rtl="1" eaLnBrk="1" latinLnBrk="0" hangingPunct="1"/>
              <a:r>
                <a:rPr lang="en-US" dirty="0">
                  <a:latin typeface="Garamond" panose="02020404030301010803" pitchFamily="18" charset="0"/>
                </a:rPr>
                <a:t>Subnet</a:t>
              </a:r>
            </a:p>
          </p:txBody>
        </p:sp>
        <p:sp>
          <p:nvSpPr>
            <p:cNvPr id="11" name="TextBox 10">
              <a:extLst>
                <a:ext uri="{FF2B5EF4-FFF2-40B4-BE49-F238E27FC236}">
                  <a16:creationId xmlns:a16="http://schemas.microsoft.com/office/drawing/2014/main" id="{289B938E-5E17-A0D7-0F7C-693068275238}"/>
                </a:ext>
              </a:extLst>
            </p:cNvPr>
            <p:cNvSpPr txBox="1"/>
            <p:nvPr/>
          </p:nvSpPr>
          <p:spPr>
            <a:xfrm>
              <a:off x="7071100" y="2709276"/>
              <a:ext cx="1602889" cy="646331"/>
            </a:xfrm>
            <a:prstGeom prst="rect">
              <a:avLst/>
            </a:prstGeom>
            <a:noFill/>
            <a:ln>
              <a:solidFill>
                <a:schemeClr val="tx1"/>
              </a:solidFill>
            </a:ln>
          </p:spPr>
          <p:txBody>
            <a:bodyPr wrap="square" rtlCol="0">
              <a:spAutoFit/>
            </a:bodyPr>
            <a:lstStyle/>
            <a:p>
              <a:pPr marL="0" algn="ctr" defTabSz="457200" rtl="1" eaLnBrk="1" latinLnBrk="0" hangingPunct="1"/>
              <a:r>
                <a:rPr lang="en-US" dirty="0">
                  <a:latin typeface="Garamond" panose="02020404030301010803" pitchFamily="18" charset="0"/>
                </a:rPr>
                <a:t>223.1.9.0/24</a:t>
              </a:r>
            </a:p>
            <a:p>
              <a:pPr marL="0" algn="ctr" defTabSz="457200" rtl="1" eaLnBrk="1" latinLnBrk="0" hangingPunct="1"/>
              <a:r>
                <a:rPr lang="en-US" dirty="0">
                  <a:latin typeface="Garamond" panose="02020404030301010803" pitchFamily="18" charset="0"/>
                </a:rPr>
                <a:t>Subnet</a:t>
              </a:r>
            </a:p>
          </p:txBody>
        </p:sp>
        <p:sp>
          <p:nvSpPr>
            <p:cNvPr id="14" name="TextBox 13">
              <a:extLst>
                <a:ext uri="{FF2B5EF4-FFF2-40B4-BE49-F238E27FC236}">
                  <a16:creationId xmlns:a16="http://schemas.microsoft.com/office/drawing/2014/main" id="{4C29A234-3720-AC1D-5385-713F3FC7B6D9}"/>
                </a:ext>
              </a:extLst>
            </p:cNvPr>
            <p:cNvSpPr txBox="1"/>
            <p:nvPr/>
          </p:nvSpPr>
          <p:spPr>
            <a:xfrm>
              <a:off x="5340317" y="4386580"/>
              <a:ext cx="1602889" cy="646331"/>
            </a:xfrm>
            <a:prstGeom prst="rect">
              <a:avLst/>
            </a:prstGeom>
            <a:noFill/>
            <a:ln>
              <a:solidFill>
                <a:schemeClr val="tx1"/>
              </a:solidFill>
            </a:ln>
          </p:spPr>
          <p:txBody>
            <a:bodyPr wrap="square" rtlCol="0">
              <a:spAutoFit/>
            </a:bodyPr>
            <a:lstStyle/>
            <a:p>
              <a:pPr marL="0" algn="ctr" defTabSz="457200" rtl="1" eaLnBrk="1" latinLnBrk="0" hangingPunct="1"/>
              <a:r>
                <a:rPr lang="en-US" dirty="0">
                  <a:latin typeface="Garamond" panose="02020404030301010803" pitchFamily="18" charset="0"/>
                </a:rPr>
                <a:t>223.1.9.0/24</a:t>
              </a:r>
            </a:p>
            <a:p>
              <a:pPr marL="0" algn="ctr" defTabSz="457200" rtl="1" eaLnBrk="1" latinLnBrk="0" hangingPunct="1"/>
              <a:r>
                <a:rPr lang="en-US" dirty="0">
                  <a:latin typeface="Garamond" panose="02020404030301010803" pitchFamily="18" charset="0"/>
                </a:rPr>
                <a:t>Subnet</a:t>
              </a:r>
            </a:p>
          </p:txBody>
        </p:sp>
        <p:cxnSp>
          <p:nvCxnSpPr>
            <p:cNvPr id="18" name="Straight Arrow Connector 17">
              <a:extLst>
                <a:ext uri="{FF2B5EF4-FFF2-40B4-BE49-F238E27FC236}">
                  <a16:creationId xmlns:a16="http://schemas.microsoft.com/office/drawing/2014/main" id="{B1FEDE69-9B9B-5D3F-78A2-B65649FC004F}"/>
                </a:ext>
              </a:extLst>
            </p:cNvPr>
            <p:cNvCxnSpPr/>
            <p:nvPr/>
          </p:nvCxnSpPr>
          <p:spPr>
            <a:xfrm flipH="1" flipV="1">
              <a:off x="4754880" y="3105833"/>
              <a:ext cx="539675" cy="2312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CC75506-87FF-9C96-C03D-6E91AB1ACDDD}"/>
                </a:ext>
              </a:extLst>
            </p:cNvPr>
            <p:cNvCxnSpPr>
              <a:cxnSpLocks/>
            </p:cNvCxnSpPr>
            <p:nvPr/>
          </p:nvCxnSpPr>
          <p:spPr>
            <a:xfrm flipV="1">
              <a:off x="6833284" y="3105833"/>
              <a:ext cx="567977" cy="2312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FDE73BF-6141-13A8-9515-C28B2F5A049B}"/>
                </a:ext>
              </a:extLst>
            </p:cNvPr>
            <p:cNvCxnSpPr>
              <a:cxnSpLocks/>
            </p:cNvCxnSpPr>
            <p:nvPr/>
          </p:nvCxnSpPr>
          <p:spPr>
            <a:xfrm>
              <a:off x="6063459" y="4044875"/>
              <a:ext cx="0" cy="3417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7DDC211F-46F8-5111-2DA3-93C3586FCB77}"/>
              </a:ext>
            </a:extLst>
          </p:cNvPr>
          <p:cNvSpPr txBox="1"/>
          <p:nvPr/>
        </p:nvSpPr>
        <p:spPr>
          <a:xfrm>
            <a:off x="1785320" y="801955"/>
            <a:ext cx="7552316" cy="1631216"/>
          </a:xfrm>
          <a:prstGeom prst="rect">
            <a:avLst/>
          </a:prstGeom>
          <a:noFill/>
        </p:spPr>
        <p:txBody>
          <a:bodyPr wrap="square" rtlCol="0">
            <a:spAutoFit/>
          </a:bodyPr>
          <a:lstStyle/>
          <a:p>
            <a:pPr marL="285750" indent="-285750" algn="just">
              <a:buFont typeface="Courier New" panose="02070309020205020404" pitchFamily="49" charset="0"/>
              <a:buChar char="o"/>
            </a:pPr>
            <a:r>
              <a:rPr lang="en-US" sz="2000" dirty="0">
                <a:effectLst/>
                <a:latin typeface="Garamond" panose="02020404030301010803" pitchFamily="18" charset="0"/>
              </a:rPr>
              <a:t>To determine the subnets, detach each interface from its host or router, creating islands of isolated networks, with interfaces terminating the end points of the isolated networks. Each of these isolated networks is called a </a:t>
            </a:r>
            <a:r>
              <a:rPr lang="en-US" sz="2000" b="1" dirty="0">
                <a:effectLst/>
                <a:latin typeface="Garamond" panose="02020404030301010803" pitchFamily="18" charset="0"/>
              </a:rPr>
              <a:t>subnet</a:t>
            </a:r>
            <a:r>
              <a:rPr lang="en-US" sz="2000" dirty="0">
                <a:effectLst/>
                <a:latin typeface="Garamond" panose="02020404030301010803" pitchFamily="18" charset="0"/>
              </a:rPr>
              <a:t>. </a:t>
            </a:r>
            <a:endParaRPr lang="en-US" sz="2000" dirty="0">
              <a:latin typeface="Garamond" panose="02020404030301010803" pitchFamily="18" charset="0"/>
            </a:endParaRPr>
          </a:p>
          <a:p>
            <a:pPr algn="ctr"/>
            <a:endParaRPr lang="en-US" sz="2000" dirty="0">
              <a:latin typeface="Garamond" panose="02020404030301010803" pitchFamily="18" charset="0"/>
            </a:endParaRPr>
          </a:p>
        </p:txBody>
      </p:sp>
    </p:spTree>
    <p:extLst>
      <p:ext uri="{BB962C8B-B14F-4D97-AF65-F5344CB8AC3E}">
        <p14:creationId xmlns:p14="http://schemas.microsoft.com/office/powerpoint/2010/main" val="4017141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4A3E9-B150-5572-5926-90B79186AC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67472E-370A-0707-933D-261F51FCAF5F}"/>
              </a:ext>
            </a:extLst>
          </p:cNvPr>
          <p:cNvSpPr>
            <a:spLocks noGrp="1"/>
          </p:cNvSpPr>
          <p:nvPr>
            <p:ph type="sldNum" sz="quarter" idx="12"/>
          </p:nvPr>
        </p:nvSpPr>
        <p:spPr/>
        <p:txBody>
          <a:bodyPr/>
          <a:lstStyle/>
          <a:p>
            <a:fld id="{CC90C3A5-607E-9F40-87DD-6234C3B54E7A}" type="slidenum">
              <a:rPr lang="en-US" smtClean="0"/>
              <a:t>15</a:t>
            </a:fld>
            <a:endParaRPr lang="en-US"/>
          </a:p>
        </p:txBody>
      </p:sp>
      <p:grpSp>
        <p:nvGrpSpPr>
          <p:cNvPr id="10" name="Group 9">
            <a:extLst>
              <a:ext uri="{FF2B5EF4-FFF2-40B4-BE49-F238E27FC236}">
                <a16:creationId xmlns:a16="http://schemas.microsoft.com/office/drawing/2014/main" id="{8FCB2C30-50A7-E24A-ECEE-B974A3F6D8B4}"/>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414DDED3-F138-3D39-3C00-E8ED73B71DF6}"/>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5C46D16-A36B-4F8C-106D-B1B5B49DD4B7}"/>
                </a:ext>
              </a:extLst>
            </p:cNvPr>
            <p:cNvSpPr/>
            <p:nvPr/>
          </p:nvSpPr>
          <p:spPr>
            <a:xfrm>
              <a:off x="-3855785"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565787D-E24B-0959-EF60-A98C8694704C}"/>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457200" rtl="1" eaLnBrk="1" latinLnBrk="0" hangingPunct="1"/>
              <a:endParaRPr lang="en-US"/>
            </a:p>
          </p:txBody>
        </p:sp>
      </p:grpSp>
      <p:sp>
        <p:nvSpPr>
          <p:cNvPr id="12" name="TextBox 11">
            <a:extLst>
              <a:ext uri="{FF2B5EF4-FFF2-40B4-BE49-F238E27FC236}">
                <a16:creationId xmlns:a16="http://schemas.microsoft.com/office/drawing/2014/main" id="{1FBA9B28-8421-58D6-6A75-888274CCBCC8}"/>
              </a:ext>
            </a:extLst>
          </p:cNvPr>
          <p:cNvSpPr txBox="1"/>
          <p:nvPr/>
        </p:nvSpPr>
        <p:spPr>
          <a:xfrm>
            <a:off x="1785320" y="140236"/>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2.4 </a:t>
            </a:r>
            <a:r>
              <a:rPr lang="en-US" sz="4000" dirty="0">
                <a:effectLst/>
                <a:latin typeface="Garamond" panose="02020404030301010803" pitchFamily="18" charset="0"/>
              </a:rPr>
              <a:t>CIDR</a:t>
            </a:r>
            <a:r>
              <a:rPr lang="en-US" sz="4000" b="1" dirty="0">
                <a:effectLst/>
                <a:latin typeface="Garamond" panose="02020404030301010803" pitchFamily="18" charset="0"/>
              </a:rPr>
              <a:t>:</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sp>
        <p:nvSpPr>
          <p:cNvPr id="27" name="TextBox 26">
            <a:extLst>
              <a:ext uri="{FF2B5EF4-FFF2-40B4-BE49-F238E27FC236}">
                <a16:creationId xmlns:a16="http://schemas.microsoft.com/office/drawing/2014/main" id="{7BEC1D6F-CCF5-A550-0BC9-39669DECC627}"/>
              </a:ext>
            </a:extLst>
          </p:cNvPr>
          <p:cNvSpPr txBox="1"/>
          <p:nvPr/>
        </p:nvSpPr>
        <p:spPr>
          <a:xfrm>
            <a:off x="1785320" y="801955"/>
            <a:ext cx="7552316" cy="4955203"/>
          </a:xfrm>
          <a:prstGeom prst="rect">
            <a:avLst/>
          </a:prstGeom>
          <a:noFill/>
        </p:spPr>
        <p:txBody>
          <a:bodyPr wrap="square" rtlCol="0">
            <a:spAutoFit/>
          </a:bodyPr>
          <a:lstStyle/>
          <a:p>
            <a:pPr marL="285750" indent="-285750" algn="just">
              <a:buFont typeface="Courier New" panose="02070309020205020404" pitchFamily="49" charset="0"/>
              <a:buChar char="o"/>
            </a:pPr>
            <a:r>
              <a:rPr lang="en-US" sz="2000" dirty="0">
                <a:effectLst/>
                <a:latin typeface="Garamond" panose="02020404030301010803" pitchFamily="18" charset="0"/>
              </a:rPr>
              <a:t>The Internet’s address assignment strategy is known as Classless Interdomain Routing. </a:t>
            </a:r>
          </a:p>
          <a:p>
            <a:pPr algn="just"/>
            <a:endParaRPr lang="en-US" sz="2000" dirty="0">
              <a:effectLst/>
              <a:latin typeface="Garamond" panose="02020404030301010803" pitchFamily="18" charset="0"/>
            </a:endParaRPr>
          </a:p>
          <a:p>
            <a:pPr marL="285750" indent="-285750" algn="just">
              <a:buFont typeface="Courier New" panose="02070309020205020404" pitchFamily="49" charset="0"/>
              <a:buChar char="o"/>
            </a:pPr>
            <a:r>
              <a:rPr lang="en-US" sz="2000" dirty="0">
                <a:effectLst/>
                <a:latin typeface="TimesLTPro"/>
              </a:rPr>
              <a:t>CIDR generalizes the notion of subnet addressing. As with subnet addressing, the 32-bit IP address is divided into two parts.</a:t>
            </a:r>
          </a:p>
          <a:p>
            <a:pPr algn="just"/>
            <a:endParaRPr lang="en-US" sz="1800" dirty="0">
              <a:effectLst/>
              <a:latin typeface="TimesLTPro"/>
            </a:endParaRPr>
          </a:p>
          <a:p>
            <a:pPr marL="742950" lvl="1" indent="-285750">
              <a:buFont typeface="Arial" panose="020B0604020202020204" pitchFamily="34" charset="0"/>
              <a:buChar char="•"/>
            </a:pPr>
            <a:r>
              <a:rPr lang="en-US" sz="2000" dirty="0">
                <a:latin typeface="Garamond" panose="02020404030301010803" pitchFamily="18" charset="0"/>
              </a:rPr>
              <a:t>x bits for </a:t>
            </a:r>
            <a:r>
              <a:rPr lang="en-US" sz="2000" b="1" i="1" dirty="0">
                <a:solidFill>
                  <a:schemeClr val="accent1">
                    <a:lumMod val="60000"/>
                    <a:lumOff val="40000"/>
                  </a:schemeClr>
                </a:solidFill>
                <a:latin typeface="Garamond" panose="02020404030301010803" pitchFamily="18" charset="0"/>
              </a:rPr>
              <a:t>outside</a:t>
            </a:r>
            <a:r>
              <a:rPr lang="en-US" sz="2000" dirty="0">
                <a:latin typeface="Garamond" panose="02020404030301010803" pitchFamily="18" charset="0"/>
              </a:rPr>
              <a:t> of the organization’s network.</a:t>
            </a:r>
          </a:p>
          <a:p>
            <a:pPr marL="742950" lvl="1" indent="-285750">
              <a:buFont typeface="Arial" panose="020B0604020202020204" pitchFamily="34" charset="0"/>
              <a:buChar char="•"/>
            </a:pPr>
            <a:r>
              <a:rPr lang="en-US" sz="2000" dirty="0">
                <a:latin typeface="Garamond" panose="02020404030301010803" pitchFamily="18" charset="0"/>
              </a:rPr>
              <a:t>32-x bits for </a:t>
            </a:r>
            <a:r>
              <a:rPr lang="en-US" sz="2000" b="1" i="1" dirty="0">
                <a:solidFill>
                  <a:schemeClr val="accent1">
                    <a:lumMod val="60000"/>
                    <a:lumOff val="40000"/>
                  </a:schemeClr>
                </a:solidFill>
                <a:latin typeface="Garamond" panose="02020404030301010803" pitchFamily="18" charset="0"/>
              </a:rPr>
              <a:t>within</a:t>
            </a:r>
            <a:r>
              <a:rPr lang="en-US" sz="2000" dirty="0">
                <a:latin typeface="Garamond" panose="02020404030301010803" pitchFamily="18" charset="0"/>
              </a:rPr>
              <a:t> the organization’s network.</a:t>
            </a:r>
            <a:endParaRPr lang="fa-IR" sz="2000" dirty="0">
              <a:latin typeface="Garamond" panose="02020404030301010803" pitchFamily="18" charset="0"/>
            </a:endParaRPr>
          </a:p>
          <a:p>
            <a:pPr lvl="1"/>
            <a:endParaRPr lang="fa-IR" sz="2000" dirty="0">
              <a:latin typeface="Garamond" panose="02020404030301010803" pitchFamily="18" charset="0"/>
            </a:endParaRPr>
          </a:p>
          <a:p>
            <a:pPr marL="342900" indent="-342900">
              <a:buFont typeface="Courier New" panose="02070309020205020404" pitchFamily="49" charset="0"/>
              <a:buChar char="o"/>
            </a:pPr>
            <a:r>
              <a:rPr lang="en-US" sz="2000" dirty="0">
                <a:effectLst/>
                <a:latin typeface="TimesLTPro"/>
              </a:rPr>
              <a:t>This considerably reduces the size of the forwarding table in these routers</a:t>
            </a:r>
            <a:r>
              <a:rPr lang="fa-IR" sz="2000" dirty="0">
                <a:effectLst/>
                <a:latin typeface="TimesLTPro"/>
              </a:rPr>
              <a:t>.</a:t>
            </a:r>
          </a:p>
          <a:p>
            <a:pPr marL="342900" indent="-342900">
              <a:buFont typeface="Courier New" panose="02070309020205020404" pitchFamily="49" charset="0"/>
              <a:buChar char="o"/>
            </a:pPr>
            <a:endParaRPr lang="fa-IR" dirty="0">
              <a:latin typeface="TimesLTPro"/>
            </a:endParaRPr>
          </a:p>
          <a:p>
            <a:pPr marL="342900" indent="-342900">
              <a:buFont typeface="Courier New" panose="02070309020205020404" pitchFamily="49" charset="0"/>
              <a:buChar char="o"/>
            </a:pPr>
            <a:r>
              <a:rPr lang="en-US" sz="2000" dirty="0">
                <a:latin typeface="TimesLTPro"/>
              </a:rPr>
              <a:t>Classful Addressing:</a:t>
            </a:r>
            <a:endParaRPr lang="en-US" sz="2000" dirty="0">
              <a:latin typeface="Garamond" panose="02020404030301010803" pitchFamily="18" charset="0"/>
            </a:endParaRPr>
          </a:p>
          <a:p>
            <a:pPr lvl="1" algn="just"/>
            <a:endParaRPr lang="en-US" sz="2000" dirty="0"/>
          </a:p>
          <a:p>
            <a:pPr algn="just"/>
            <a:endParaRPr lang="en-US" sz="2000" dirty="0">
              <a:latin typeface="Garamond" panose="02020404030301010803" pitchFamily="18" charset="0"/>
            </a:endParaRPr>
          </a:p>
          <a:p>
            <a:pPr marL="342900" indent="-342900" algn="just">
              <a:buFont typeface="Courier New" panose="02070309020205020404" pitchFamily="49" charset="0"/>
              <a:buChar char="o"/>
            </a:pPr>
            <a:endParaRPr lang="en-US" sz="2000" dirty="0">
              <a:latin typeface="Garamond" panose="02020404030301010803" pitchFamily="18" charset="0"/>
            </a:endParaRPr>
          </a:p>
        </p:txBody>
      </p:sp>
      <p:grpSp>
        <p:nvGrpSpPr>
          <p:cNvPr id="25" name="Group 24">
            <a:extLst>
              <a:ext uri="{FF2B5EF4-FFF2-40B4-BE49-F238E27FC236}">
                <a16:creationId xmlns:a16="http://schemas.microsoft.com/office/drawing/2014/main" id="{280EE51B-FA6D-2AB6-3941-BAB668051233}"/>
              </a:ext>
            </a:extLst>
          </p:cNvPr>
          <p:cNvGrpSpPr/>
          <p:nvPr/>
        </p:nvGrpSpPr>
        <p:grpSpPr>
          <a:xfrm>
            <a:off x="6943321" y="4117731"/>
            <a:ext cx="3205780" cy="1682930"/>
            <a:chOff x="5283797" y="2761143"/>
            <a:chExt cx="3205780" cy="1694464"/>
          </a:xfrm>
        </p:grpSpPr>
        <p:sp>
          <p:nvSpPr>
            <p:cNvPr id="2" name="TextBox 1">
              <a:extLst>
                <a:ext uri="{FF2B5EF4-FFF2-40B4-BE49-F238E27FC236}">
                  <a16:creationId xmlns:a16="http://schemas.microsoft.com/office/drawing/2014/main" id="{C3D1FFC7-5AC3-12FF-C796-F2C44F01FA7D}"/>
                </a:ext>
              </a:extLst>
            </p:cNvPr>
            <p:cNvSpPr txBox="1"/>
            <p:nvPr/>
          </p:nvSpPr>
          <p:spPr>
            <a:xfrm>
              <a:off x="5283797" y="3870832"/>
              <a:ext cx="1602889" cy="584775"/>
            </a:xfrm>
            <a:prstGeom prst="rect">
              <a:avLst/>
            </a:prstGeom>
            <a:noFill/>
          </p:spPr>
          <p:txBody>
            <a:bodyPr wrap="square" rtlCol="0">
              <a:spAutoFit/>
            </a:bodyPr>
            <a:lstStyle/>
            <a:p>
              <a:r>
                <a:rPr lang="en-US" sz="3200" dirty="0" err="1">
                  <a:latin typeface="Garamond" panose="02020404030301010803" pitchFamily="18" charset="0"/>
                </a:rPr>
                <a:t>a.b.c.d</a:t>
              </a:r>
              <a:r>
                <a:rPr lang="en-US" sz="3200" dirty="0">
                  <a:latin typeface="Garamond" panose="02020404030301010803" pitchFamily="18" charset="0"/>
                </a:rPr>
                <a:t>/x</a:t>
              </a:r>
            </a:p>
          </p:txBody>
        </p:sp>
        <p:sp>
          <p:nvSpPr>
            <p:cNvPr id="5" name="TextBox 4">
              <a:extLst>
                <a:ext uri="{FF2B5EF4-FFF2-40B4-BE49-F238E27FC236}">
                  <a16:creationId xmlns:a16="http://schemas.microsoft.com/office/drawing/2014/main" id="{55B021B4-AD66-C392-402B-00A8B847ED69}"/>
                </a:ext>
              </a:extLst>
            </p:cNvPr>
            <p:cNvSpPr txBox="1"/>
            <p:nvPr/>
          </p:nvSpPr>
          <p:spPr>
            <a:xfrm>
              <a:off x="6886687" y="2761143"/>
              <a:ext cx="1602890" cy="369332"/>
            </a:xfrm>
            <a:prstGeom prst="rect">
              <a:avLst/>
            </a:prstGeom>
            <a:solidFill>
              <a:srgbClr val="99511A">
                <a:alpha val="49000"/>
              </a:srgbClr>
            </a:solidFill>
          </p:spPr>
          <p:txBody>
            <a:bodyPr wrap="square" rtlCol="0">
              <a:spAutoFit/>
            </a:bodyPr>
            <a:lstStyle/>
            <a:p>
              <a:pPr algn="ctr"/>
              <a:r>
                <a:rPr lang="en-US" dirty="0">
                  <a:latin typeface="Garamond" panose="02020404030301010803" pitchFamily="18" charset="0"/>
                </a:rPr>
                <a:t>Network Prefix</a:t>
              </a:r>
            </a:p>
          </p:txBody>
        </p:sp>
        <p:cxnSp>
          <p:nvCxnSpPr>
            <p:cNvPr id="7" name="Straight Arrow Connector 6">
              <a:extLst>
                <a:ext uri="{FF2B5EF4-FFF2-40B4-BE49-F238E27FC236}">
                  <a16:creationId xmlns:a16="http://schemas.microsoft.com/office/drawing/2014/main" id="{2AA8A1E4-F3C2-7381-2481-364CA8A0BC41}"/>
                </a:ext>
              </a:extLst>
            </p:cNvPr>
            <p:cNvCxnSpPr>
              <a:cxnSpLocks/>
            </p:cNvCxnSpPr>
            <p:nvPr/>
          </p:nvCxnSpPr>
          <p:spPr>
            <a:xfrm flipV="1">
              <a:off x="6674939" y="3177084"/>
              <a:ext cx="701039" cy="8836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F087B719-BEBB-5DEB-7713-9EE5C2ACC94B}"/>
              </a:ext>
            </a:extLst>
          </p:cNvPr>
          <p:cNvGrpSpPr/>
          <p:nvPr/>
        </p:nvGrpSpPr>
        <p:grpSpPr>
          <a:xfrm>
            <a:off x="2263543" y="4899897"/>
            <a:ext cx="6595870" cy="1714522"/>
            <a:chOff x="2354492" y="4306094"/>
            <a:chExt cx="6595870" cy="1714522"/>
          </a:xfrm>
        </p:grpSpPr>
        <p:sp>
          <p:nvSpPr>
            <p:cNvPr id="39" name="TextBox 38">
              <a:extLst>
                <a:ext uri="{FF2B5EF4-FFF2-40B4-BE49-F238E27FC236}">
                  <a16:creationId xmlns:a16="http://schemas.microsoft.com/office/drawing/2014/main" id="{FFAFE6DC-49B0-984E-016B-2CA5F827FD28}"/>
                </a:ext>
              </a:extLst>
            </p:cNvPr>
            <p:cNvSpPr txBox="1"/>
            <p:nvPr/>
          </p:nvSpPr>
          <p:spPr>
            <a:xfrm>
              <a:off x="2354492" y="4306094"/>
              <a:ext cx="4350573" cy="1714522"/>
            </a:xfrm>
            <a:prstGeom prst="rect">
              <a:avLst/>
            </a:prstGeom>
            <a:solidFill>
              <a:srgbClr val="99511A">
                <a:alpha val="49000"/>
              </a:srgbClr>
            </a:solidFill>
          </p:spPr>
          <p:txBody>
            <a:bodyPr wrap="square" rtlCol="0">
              <a:spAutoFit/>
            </a:bodyPr>
            <a:lstStyle/>
            <a:p>
              <a:pPr algn="ctr"/>
              <a:endParaRPr lang="en-US" dirty="0">
                <a:latin typeface="Garamond" panose="02020404030301010803" pitchFamily="18" charset="0"/>
              </a:endParaRPr>
            </a:p>
          </p:txBody>
        </p:sp>
        <p:sp>
          <p:nvSpPr>
            <p:cNvPr id="33" name="TextBox 32">
              <a:extLst>
                <a:ext uri="{FF2B5EF4-FFF2-40B4-BE49-F238E27FC236}">
                  <a16:creationId xmlns:a16="http://schemas.microsoft.com/office/drawing/2014/main" id="{A75E54BC-1337-3BAB-CA05-0C4245DA987A}"/>
                </a:ext>
              </a:extLst>
            </p:cNvPr>
            <p:cNvSpPr txBox="1"/>
            <p:nvPr/>
          </p:nvSpPr>
          <p:spPr>
            <a:xfrm>
              <a:off x="2543466" y="4424691"/>
              <a:ext cx="6406896" cy="1569660"/>
            </a:xfrm>
            <a:prstGeom prst="rect">
              <a:avLst/>
            </a:prstGeom>
            <a:noFill/>
          </p:spPr>
          <p:txBody>
            <a:bodyPr wrap="square" rtlCol="0">
              <a:spAutoFit/>
            </a:bodyPr>
            <a:lstStyle/>
            <a:p>
              <a:r>
                <a:rPr lang="en-US" dirty="0">
                  <a:latin typeface="Garamond" panose="02020404030301010803" pitchFamily="18" charset="0"/>
                </a:rPr>
                <a:t>  8-bit							A	</a:t>
              </a:r>
            </a:p>
            <a:p>
              <a:endParaRPr lang="en-US" dirty="0">
                <a:latin typeface="Garamond" panose="02020404030301010803" pitchFamily="18" charset="0"/>
              </a:endParaRPr>
            </a:p>
            <a:p>
              <a:r>
                <a:rPr lang="en-US" dirty="0">
                  <a:latin typeface="Garamond" panose="02020404030301010803" pitchFamily="18" charset="0"/>
                </a:rPr>
                <a:t> 16-bit	subnet addresses are: </a:t>
              </a:r>
              <a:r>
                <a:rPr lang="en-US" sz="2200" b="1" i="1" dirty="0">
                  <a:latin typeface="Garamond" panose="02020404030301010803" pitchFamily="18" charset="0"/>
                </a:rPr>
                <a:t>class</a:t>
              </a:r>
              <a:r>
                <a:rPr lang="en-US" i="1" dirty="0">
                  <a:latin typeface="Garamond" panose="02020404030301010803" pitchFamily="18" charset="0"/>
                </a:rPr>
                <a:t>	B</a:t>
              </a:r>
              <a:r>
                <a:rPr lang="en-US" dirty="0">
                  <a:latin typeface="Garamond" panose="02020404030301010803" pitchFamily="18" charset="0"/>
                </a:rPr>
                <a:t>	 </a:t>
              </a:r>
            </a:p>
            <a:p>
              <a:endParaRPr lang="en-US" dirty="0">
                <a:latin typeface="Garamond" panose="02020404030301010803" pitchFamily="18" charset="0"/>
              </a:endParaRPr>
            </a:p>
            <a:p>
              <a:r>
                <a:rPr lang="en-US" dirty="0">
                  <a:latin typeface="Garamond" panose="02020404030301010803" pitchFamily="18" charset="0"/>
                </a:rPr>
                <a:t> 24-bit							C</a:t>
              </a:r>
            </a:p>
          </p:txBody>
        </p:sp>
        <p:sp>
          <p:nvSpPr>
            <p:cNvPr id="34" name="Right Bracket 33">
              <a:extLst>
                <a:ext uri="{FF2B5EF4-FFF2-40B4-BE49-F238E27FC236}">
                  <a16:creationId xmlns:a16="http://schemas.microsoft.com/office/drawing/2014/main" id="{0A342408-A3E3-2502-2F84-4550C3C75026}"/>
                </a:ext>
              </a:extLst>
            </p:cNvPr>
            <p:cNvSpPr/>
            <p:nvPr/>
          </p:nvSpPr>
          <p:spPr>
            <a:xfrm>
              <a:off x="3338142" y="4496571"/>
              <a:ext cx="45719" cy="1333569"/>
            </a:xfrm>
            <a:prstGeom prst="righ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ight Bracket 34">
              <a:extLst>
                <a:ext uri="{FF2B5EF4-FFF2-40B4-BE49-F238E27FC236}">
                  <a16:creationId xmlns:a16="http://schemas.microsoft.com/office/drawing/2014/main" id="{68C30E29-D9BE-E866-7BA4-46B95142AE7E}"/>
                </a:ext>
              </a:extLst>
            </p:cNvPr>
            <p:cNvSpPr/>
            <p:nvPr/>
          </p:nvSpPr>
          <p:spPr>
            <a:xfrm rot="10800000">
              <a:off x="6096000" y="4496571"/>
              <a:ext cx="45719" cy="1333569"/>
            </a:xfrm>
            <a:prstGeom prst="righ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33872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0CE1F-E88B-D80F-062E-37CC87BDA9A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2D4700-FF46-7079-59BA-97F863BDD56C}"/>
              </a:ext>
            </a:extLst>
          </p:cNvPr>
          <p:cNvSpPr>
            <a:spLocks noGrp="1"/>
          </p:cNvSpPr>
          <p:nvPr>
            <p:ph type="sldNum" sz="quarter" idx="12"/>
          </p:nvPr>
        </p:nvSpPr>
        <p:spPr/>
        <p:txBody>
          <a:bodyPr/>
          <a:lstStyle/>
          <a:p>
            <a:fld id="{CC90C3A5-607E-9F40-87DD-6234C3B54E7A}" type="slidenum">
              <a:rPr lang="en-US" smtClean="0"/>
              <a:t>16</a:t>
            </a:fld>
            <a:endParaRPr lang="en-US"/>
          </a:p>
        </p:txBody>
      </p:sp>
      <p:grpSp>
        <p:nvGrpSpPr>
          <p:cNvPr id="10" name="Group 9">
            <a:extLst>
              <a:ext uri="{FF2B5EF4-FFF2-40B4-BE49-F238E27FC236}">
                <a16:creationId xmlns:a16="http://schemas.microsoft.com/office/drawing/2014/main" id="{F420F50B-F076-01AF-869E-89E851B52B84}"/>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32EEA755-E4C2-FDA3-184A-E782D5462184}"/>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BBE18FE-BE4E-C35C-252A-85AD34358725}"/>
                </a:ext>
              </a:extLst>
            </p:cNvPr>
            <p:cNvSpPr/>
            <p:nvPr/>
          </p:nvSpPr>
          <p:spPr>
            <a:xfrm>
              <a:off x="-11618411"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A082903-FE9A-8F94-6DC3-52ACCC423AF8}"/>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4F1CDD83-8709-B89F-3945-A1D18BF32504}"/>
              </a:ext>
            </a:extLst>
          </p:cNvPr>
          <p:cNvSpPr txBox="1"/>
          <p:nvPr/>
        </p:nvSpPr>
        <p:spPr>
          <a:xfrm>
            <a:off x="2644054" y="140235"/>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3.1 DHCP:</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sp>
        <p:nvSpPr>
          <p:cNvPr id="14" name="TextBox 13">
            <a:extLst>
              <a:ext uri="{FF2B5EF4-FFF2-40B4-BE49-F238E27FC236}">
                <a16:creationId xmlns:a16="http://schemas.microsoft.com/office/drawing/2014/main" id="{0E97A3FA-04EF-5BBE-AFC7-BBF2404955B0}"/>
              </a:ext>
            </a:extLst>
          </p:cNvPr>
          <p:cNvSpPr txBox="1"/>
          <p:nvPr/>
        </p:nvSpPr>
        <p:spPr>
          <a:xfrm>
            <a:off x="2644054" y="801954"/>
            <a:ext cx="7762626" cy="2031325"/>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dirty="0">
                <a:effectLst/>
                <a:latin typeface="Garamond" panose="02020404030301010803" pitchFamily="18" charset="0"/>
              </a:rPr>
              <a:t>DHCP</a:t>
            </a:r>
            <a:r>
              <a:rPr lang="en-US" sz="2200" dirty="0">
                <a:latin typeface="Garamond" panose="02020404030301010803" pitchFamily="18" charset="0"/>
                <a:sym typeface="Wingdings" pitchFamily="2" charset="2"/>
              </a:rPr>
              <a:t> (Dynamic Host Configuration Protocol):</a:t>
            </a:r>
          </a:p>
          <a:p>
            <a:pPr marL="342900" indent="-342900" algn="just">
              <a:buFont typeface="Courier New" panose="02070309020205020404" pitchFamily="49" charset="0"/>
              <a:buChar char="o"/>
            </a:pPr>
            <a:endParaRPr lang="en-US" sz="2200" dirty="0">
              <a:effectLst/>
              <a:latin typeface="Garamond" panose="02020404030301010803" pitchFamily="18" charset="0"/>
              <a:sym typeface="Wingdings" pitchFamily="2" charset="2"/>
            </a:endParaRPr>
          </a:p>
          <a:p>
            <a:pPr marL="800100" lvl="1" indent="-342900" algn="just">
              <a:buFont typeface="Arial" panose="020B0604020202020204" pitchFamily="34" charset="0"/>
              <a:buChar char="•"/>
            </a:pPr>
            <a:r>
              <a:rPr lang="en-US" sz="2000" dirty="0">
                <a:effectLst/>
                <a:latin typeface="Garamond" panose="02020404030301010803" pitchFamily="18" charset="0"/>
              </a:rPr>
              <a:t>There are 2 ways of </a:t>
            </a:r>
            <a:r>
              <a:rPr lang="en-US" sz="2000" dirty="0">
                <a:latin typeface="Garamond" panose="02020404030301010803" pitchFamily="18" charset="0"/>
              </a:rPr>
              <a:t>as</a:t>
            </a:r>
            <a:r>
              <a:rPr lang="en-US" sz="2000" dirty="0">
                <a:effectLst/>
                <a:latin typeface="Garamond" panose="02020404030301010803" pitchFamily="18" charset="0"/>
              </a:rPr>
              <a:t>signing IP:</a:t>
            </a:r>
          </a:p>
          <a:p>
            <a:pPr marL="1371600" lvl="2" indent="-457200" algn="just">
              <a:buFont typeface="+mj-lt"/>
              <a:buAutoNum type="arabicPeriod"/>
            </a:pPr>
            <a:r>
              <a:rPr lang="en-US" sz="2000" dirty="0">
                <a:latin typeface="Garamond" panose="02020404030301010803" pitchFamily="18" charset="0"/>
              </a:rPr>
              <a:t>Manually.</a:t>
            </a:r>
          </a:p>
          <a:p>
            <a:pPr marL="1371600" lvl="2" indent="-457200" algn="just">
              <a:buFont typeface="+mj-lt"/>
              <a:buAutoNum type="arabicPeriod"/>
            </a:pPr>
            <a:r>
              <a:rPr lang="en-US" sz="2000" dirty="0">
                <a:effectLst/>
                <a:latin typeface="Garamond" panose="02020404030301010803" pitchFamily="18" charset="0"/>
              </a:rPr>
              <a:t>By DHCP.</a:t>
            </a:r>
          </a:p>
          <a:p>
            <a:pPr marL="342900" indent="-342900" algn="just" defTabSz="457200" eaLnBrk="1" latinLnBrk="0" hangingPunct="1">
              <a:buFont typeface="Courier New" panose="02070309020205020404" pitchFamily="49" charset="0"/>
              <a:buChar char="o"/>
            </a:pPr>
            <a:endParaRPr lang="en-US" sz="2200" dirty="0">
              <a:latin typeface="Garamond" panose="02020404030301010803" pitchFamily="18" charset="0"/>
            </a:endParaRPr>
          </a:p>
        </p:txBody>
      </p:sp>
      <p:sp>
        <p:nvSpPr>
          <p:cNvPr id="5" name="Rounded Rectangle 4">
            <a:extLst>
              <a:ext uri="{FF2B5EF4-FFF2-40B4-BE49-F238E27FC236}">
                <a16:creationId xmlns:a16="http://schemas.microsoft.com/office/drawing/2014/main" id="{06A06088-A9D6-E680-8466-FBBF43ABEB7C}"/>
              </a:ext>
            </a:extLst>
          </p:cNvPr>
          <p:cNvSpPr/>
          <p:nvPr/>
        </p:nvSpPr>
        <p:spPr>
          <a:xfrm>
            <a:off x="5420691" y="1995685"/>
            <a:ext cx="4127255" cy="4722080"/>
          </a:xfrm>
          <a:prstGeom prst="roundRect">
            <a:avLst/>
          </a:prstGeom>
          <a:blipFill dpi="0" rotWithShape="1">
            <a:blip r:embed="rId2">
              <a:grayscl/>
              <a:alphaModFix amt="70000"/>
              <a:extLst>
                <a:ext uri="{BEBA8EAE-BF5A-486C-A8C5-ECC9F3942E4B}">
                  <a14:imgProps xmlns:a14="http://schemas.microsoft.com/office/drawing/2010/main">
                    <a14:imgLayer r:embed="rId3">
                      <a14:imgEffect>
                        <a14:sharpenSoften amount="50000"/>
                      </a14:imgEffect>
                      <a14:imgEffect>
                        <a14:colorTemperature colorTemp="11500"/>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77651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4105-E28F-401F-9B32-F0FECF952E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1B41F5-A249-A68E-A18D-3674DDBD2066}"/>
              </a:ext>
            </a:extLst>
          </p:cNvPr>
          <p:cNvSpPr>
            <a:spLocks noGrp="1"/>
          </p:cNvSpPr>
          <p:nvPr>
            <p:ph type="sldNum" sz="quarter" idx="12"/>
          </p:nvPr>
        </p:nvSpPr>
        <p:spPr/>
        <p:txBody>
          <a:bodyPr/>
          <a:lstStyle/>
          <a:p>
            <a:fld id="{CC90C3A5-607E-9F40-87DD-6234C3B54E7A}" type="slidenum">
              <a:rPr lang="en-US" smtClean="0"/>
              <a:t>17</a:t>
            </a:fld>
            <a:endParaRPr lang="en-US"/>
          </a:p>
        </p:txBody>
      </p:sp>
      <p:grpSp>
        <p:nvGrpSpPr>
          <p:cNvPr id="10" name="Group 9">
            <a:extLst>
              <a:ext uri="{FF2B5EF4-FFF2-40B4-BE49-F238E27FC236}">
                <a16:creationId xmlns:a16="http://schemas.microsoft.com/office/drawing/2014/main" id="{7EF17077-4C14-C77E-1228-E8FF584570B8}"/>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EBC04838-9570-6BCD-3750-0A52C0358C9C}"/>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728ED14-2665-F866-1D96-68863FBBBCA6}"/>
                </a:ext>
              </a:extLst>
            </p:cNvPr>
            <p:cNvSpPr/>
            <p:nvPr/>
          </p:nvSpPr>
          <p:spPr>
            <a:xfrm>
              <a:off x="-11618411"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833EBFE3-29BB-74D2-BD02-D2EE7C0C9DC9}"/>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EA25BAE8-34B5-9804-8081-6E71E98B181E}"/>
              </a:ext>
            </a:extLst>
          </p:cNvPr>
          <p:cNvSpPr txBox="1"/>
          <p:nvPr/>
        </p:nvSpPr>
        <p:spPr>
          <a:xfrm>
            <a:off x="2644054" y="140235"/>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3.2 Lease &amp; DORA:</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sp>
        <p:nvSpPr>
          <p:cNvPr id="14" name="TextBox 13">
            <a:extLst>
              <a:ext uri="{FF2B5EF4-FFF2-40B4-BE49-F238E27FC236}">
                <a16:creationId xmlns:a16="http://schemas.microsoft.com/office/drawing/2014/main" id="{2FE8ED80-7B33-53D1-9AF1-83ECED0ABE1B}"/>
              </a:ext>
            </a:extLst>
          </p:cNvPr>
          <p:cNvSpPr txBox="1"/>
          <p:nvPr/>
        </p:nvSpPr>
        <p:spPr>
          <a:xfrm>
            <a:off x="2644054" y="801954"/>
            <a:ext cx="7129338" cy="2462213"/>
          </a:xfrm>
          <a:prstGeom prst="rect">
            <a:avLst/>
          </a:prstGeom>
          <a:noFill/>
        </p:spPr>
        <p:txBody>
          <a:bodyPr wrap="square" rtlCol="0">
            <a:spAutoFit/>
          </a:bodyPr>
          <a:lstStyle/>
          <a:p>
            <a:pPr marL="342900" indent="-342900" algn="just">
              <a:buFont typeface="Courier New" panose="02070309020205020404" pitchFamily="49" charset="0"/>
              <a:buChar char="o"/>
            </a:pPr>
            <a:r>
              <a:rPr lang="en-US" sz="2200" dirty="0">
                <a:effectLst/>
                <a:latin typeface="Garamond" panose="02020404030301010803" pitchFamily="18" charset="0"/>
              </a:rPr>
              <a:t>How much time can a client hold an IP address?</a:t>
            </a:r>
            <a:endParaRPr lang="en-US" sz="2200" dirty="0">
              <a:latin typeface="Garamond" panose="02020404030301010803" pitchFamily="18" charset="0"/>
              <a:sym typeface="Wingdings" pitchFamily="2" charset="2"/>
            </a:endParaRPr>
          </a:p>
          <a:p>
            <a:pPr marL="342900" indent="-342900" algn="just">
              <a:buFont typeface="Courier New" panose="02070309020205020404" pitchFamily="49" charset="0"/>
              <a:buChar char="o"/>
            </a:pPr>
            <a:endParaRPr lang="en-US" sz="2200" dirty="0">
              <a:effectLst/>
              <a:latin typeface="Garamond" panose="02020404030301010803" pitchFamily="18" charset="0"/>
              <a:sym typeface="Wingdings" pitchFamily="2" charset="2"/>
            </a:endParaRPr>
          </a:p>
          <a:p>
            <a:pPr marL="342900" indent="-342900" algn="just" defTabSz="457200" eaLnBrk="1" latinLnBrk="0" hangingPunct="1">
              <a:buFont typeface="Courier New" panose="02070309020205020404" pitchFamily="49" charset="0"/>
              <a:buChar char="o"/>
            </a:pPr>
            <a:r>
              <a:rPr lang="en-US" sz="2200" dirty="0">
                <a:latin typeface="Garamond" panose="02020404030301010803" pitchFamily="18" charset="0"/>
              </a:rPr>
              <a:t>The DHCP Lease time is the mechanism that allows DHCP servers to reclaim IP addresses, preventing a host from permanently retaining an IP address.</a:t>
            </a:r>
          </a:p>
          <a:p>
            <a:pPr marL="342900" indent="-342900" algn="just" defTabSz="457200" eaLnBrk="1" latinLnBrk="0" hangingPunct="1">
              <a:buFont typeface="Courier New" panose="02070309020205020404" pitchFamily="49" charset="0"/>
              <a:buChar char="o"/>
            </a:pPr>
            <a:endParaRPr lang="en-US" sz="2200" dirty="0">
              <a:latin typeface="Garamond" panose="02020404030301010803" pitchFamily="18" charset="0"/>
            </a:endParaRPr>
          </a:p>
          <a:p>
            <a:pPr marL="342900" indent="-342900" algn="just" defTabSz="457200" eaLnBrk="1" latinLnBrk="0" hangingPunct="1">
              <a:buFont typeface="Courier New" panose="02070309020205020404" pitchFamily="49" charset="0"/>
              <a:buChar char="o"/>
            </a:pPr>
            <a:r>
              <a:rPr lang="en-US" sz="2200" dirty="0">
                <a:latin typeface="Garamond" panose="02020404030301010803" pitchFamily="18" charset="0"/>
              </a:rPr>
              <a:t>DORA: </a:t>
            </a:r>
          </a:p>
        </p:txBody>
      </p:sp>
      <p:graphicFrame>
        <p:nvGraphicFramePr>
          <p:cNvPr id="2" name="Table 1">
            <a:extLst>
              <a:ext uri="{FF2B5EF4-FFF2-40B4-BE49-F238E27FC236}">
                <a16:creationId xmlns:a16="http://schemas.microsoft.com/office/drawing/2014/main" id="{A7800D46-8EA2-9BBD-AF11-D3FAA9FDD784}"/>
              </a:ext>
            </a:extLst>
          </p:cNvPr>
          <p:cNvGraphicFramePr>
            <a:graphicFrameLocks noGrp="1"/>
          </p:cNvGraphicFramePr>
          <p:nvPr>
            <p:extLst>
              <p:ext uri="{D42A27DB-BD31-4B8C-83A1-F6EECF244321}">
                <p14:modId xmlns:p14="http://schemas.microsoft.com/office/powerpoint/2010/main" val="1794757725"/>
              </p:ext>
            </p:extLst>
          </p:nvPr>
        </p:nvGraphicFramePr>
        <p:xfrm>
          <a:off x="3500548" y="3593834"/>
          <a:ext cx="5978910" cy="2104500"/>
        </p:xfrm>
        <a:graphic>
          <a:graphicData uri="http://schemas.openxmlformats.org/drawingml/2006/table">
            <a:tbl>
              <a:tblPr firstRow="1" bandRow="1">
                <a:tableStyleId>{E269D01E-BC32-4049-B463-5C60D7B0CCD2}</a:tableStyleId>
              </a:tblPr>
              <a:tblGrid>
                <a:gridCol w="1490037">
                  <a:extLst>
                    <a:ext uri="{9D8B030D-6E8A-4147-A177-3AD203B41FA5}">
                      <a16:colId xmlns:a16="http://schemas.microsoft.com/office/drawing/2014/main" val="3421194127"/>
                    </a:ext>
                  </a:extLst>
                </a:gridCol>
                <a:gridCol w="2495903">
                  <a:extLst>
                    <a:ext uri="{9D8B030D-6E8A-4147-A177-3AD203B41FA5}">
                      <a16:colId xmlns:a16="http://schemas.microsoft.com/office/drawing/2014/main" val="1359220690"/>
                    </a:ext>
                  </a:extLst>
                </a:gridCol>
                <a:gridCol w="1992970">
                  <a:extLst>
                    <a:ext uri="{9D8B030D-6E8A-4147-A177-3AD203B41FA5}">
                      <a16:colId xmlns:a16="http://schemas.microsoft.com/office/drawing/2014/main" val="1995445017"/>
                    </a:ext>
                  </a:extLst>
                </a:gridCol>
              </a:tblGrid>
              <a:tr h="526125">
                <a:tc>
                  <a:txBody>
                    <a:bodyPr/>
                    <a:lstStyle/>
                    <a:p>
                      <a:pPr algn="ctr"/>
                      <a:r>
                        <a:rPr lang="en-US" sz="1800" b="0" dirty="0"/>
                        <a:t>Discover</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Client -&gt; Server</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Broadcast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674083"/>
                  </a:ext>
                </a:extLst>
              </a:tr>
              <a:tr h="526125">
                <a:tc>
                  <a:txBody>
                    <a:bodyPr/>
                    <a:lstStyle/>
                    <a:p>
                      <a:pPr algn="ctr"/>
                      <a:r>
                        <a:rPr lang="en-US" sz="1800" b="0" dirty="0"/>
                        <a:t>Offer</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Server -&gt; Client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Broadcast/Unicast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865292"/>
                  </a:ext>
                </a:extLst>
              </a:tr>
              <a:tr h="526125">
                <a:tc>
                  <a:txBody>
                    <a:bodyPr/>
                    <a:lstStyle/>
                    <a:p>
                      <a:pPr algn="ctr"/>
                      <a:r>
                        <a:rPr lang="en-US" sz="1800" b="0" dirty="0"/>
                        <a:t>Request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Client -&gt; Server</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Broadcast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370180"/>
                  </a:ext>
                </a:extLst>
              </a:tr>
              <a:tr h="526125">
                <a:tc>
                  <a:txBody>
                    <a:bodyPr/>
                    <a:lstStyle/>
                    <a:p>
                      <a:pPr algn="ctr"/>
                      <a:r>
                        <a:rPr lang="en-US" sz="1800" b="0" dirty="0"/>
                        <a:t>ACK</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Server -&gt; Client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t>Broadcast/Unicast</a:t>
                      </a:r>
                      <a:endParaRPr lang="en-US" sz="18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572964"/>
                  </a:ext>
                </a:extLst>
              </a:tr>
            </a:tbl>
          </a:graphicData>
        </a:graphic>
      </p:graphicFrame>
    </p:spTree>
    <p:extLst>
      <p:ext uri="{BB962C8B-B14F-4D97-AF65-F5344CB8AC3E}">
        <p14:creationId xmlns:p14="http://schemas.microsoft.com/office/powerpoint/2010/main" val="53201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3EE47-FC28-5FA4-77AD-BDE40356C1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ECBB09-2CF9-8174-9BA9-F87D3E7FDC7D}"/>
              </a:ext>
            </a:extLst>
          </p:cNvPr>
          <p:cNvSpPr>
            <a:spLocks noGrp="1"/>
          </p:cNvSpPr>
          <p:nvPr>
            <p:ph type="sldNum" sz="quarter" idx="12"/>
          </p:nvPr>
        </p:nvSpPr>
        <p:spPr/>
        <p:txBody>
          <a:bodyPr/>
          <a:lstStyle/>
          <a:p>
            <a:fld id="{CC90C3A5-607E-9F40-87DD-6234C3B54E7A}" type="slidenum">
              <a:rPr lang="en-US" smtClean="0"/>
              <a:t>18</a:t>
            </a:fld>
            <a:endParaRPr lang="en-US"/>
          </a:p>
        </p:txBody>
      </p:sp>
      <p:grpSp>
        <p:nvGrpSpPr>
          <p:cNvPr id="10" name="Group 9">
            <a:extLst>
              <a:ext uri="{FF2B5EF4-FFF2-40B4-BE49-F238E27FC236}">
                <a16:creationId xmlns:a16="http://schemas.microsoft.com/office/drawing/2014/main" id="{33E51014-DC7A-94D9-37FD-825E31AAF552}"/>
              </a:ext>
            </a:extLst>
          </p:cNvPr>
          <p:cNvGrpSpPr/>
          <p:nvPr/>
        </p:nvGrpSpPr>
        <p:grpSpPr>
          <a:xfrm>
            <a:off x="-11932920" y="-3429000"/>
            <a:ext cx="23106264" cy="13716000"/>
            <a:chOff x="-12477145" y="-3429000"/>
            <a:chExt cx="23106264" cy="13716000"/>
          </a:xfrm>
        </p:grpSpPr>
        <p:sp>
          <p:nvSpPr>
            <p:cNvPr id="13" name="Oval 12">
              <a:extLst>
                <a:ext uri="{FF2B5EF4-FFF2-40B4-BE49-F238E27FC236}">
                  <a16:creationId xmlns:a16="http://schemas.microsoft.com/office/drawing/2014/main" id="{FBABC2BE-905E-5197-CE69-0C714BA99487}"/>
                </a:ext>
              </a:extLst>
            </p:cNvPr>
            <p:cNvSpPr/>
            <p:nvPr/>
          </p:nvSpPr>
          <p:spPr>
            <a:xfrm>
              <a:off x="-3086881" y="-3429000"/>
              <a:ext cx="13716000" cy="13716000"/>
            </a:xfrm>
            <a:prstGeom prst="ellipse">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CA3D327-8D55-C444-D5D7-E7FDB36DC0EE}"/>
                </a:ext>
              </a:extLst>
            </p:cNvPr>
            <p:cNvSpPr/>
            <p:nvPr/>
          </p:nvSpPr>
          <p:spPr>
            <a:xfrm>
              <a:off x="-11618411" y="-3429000"/>
              <a:ext cx="13716000" cy="13716000"/>
            </a:xfrm>
            <a:prstGeom prst="ellipse">
              <a:avLst/>
            </a:prstGeom>
            <a:solidFill>
              <a:schemeClr val="accent4">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2FDED05-394D-CABB-F39A-C7149D6A9AC8}"/>
                </a:ext>
              </a:extLst>
            </p:cNvPr>
            <p:cNvSpPr/>
            <p:nvPr/>
          </p:nvSpPr>
          <p:spPr>
            <a:xfrm>
              <a:off x="-12477145" y="-3429000"/>
              <a:ext cx="13716000" cy="13716000"/>
            </a:xfrm>
            <a:prstGeom prst="ellipse">
              <a:avLst/>
            </a:prstGeom>
            <a:solidFill>
              <a:schemeClr val="accent2">
                <a:lumMod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B0026CBA-6195-A482-FF75-7B624B154344}"/>
              </a:ext>
            </a:extLst>
          </p:cNvPr>
          <p:cNvSpPr txBox="1"/>
          <p:nvPr/>
        </p:nvSpPr>
        <p:spPr>
          <a:xfrm>
            <a:off x="2644054" y="140235"/>
            <a:ext cx="7762626" cy="1323439"/>
          </a:xfrm>
          <a:prstGeom prst="rect">
            <a:avLst/>
          </a:prstGeom>
          <a:noFill/>
        </p:spPr>
        <p:txBody>
          <a:bodyPr wrap="square" rtlCol="0">
            <a:spAutoFit/>
          </a:bodyPr>
          <a:lstStyle/>
          <a:p>
            <a:r>
              <a:rPr lang="en-US" sz="4000" kern="100" dirty="0">
                <a:latin typeface="Garamond" panose="02020404030301010803" pitchFamily="18" charset="0"/>
                <a:ea typeface="Calibri" panose="020F0502020204030204" pitchFamily="34" charset="0"/>
                <a:cs typeface="Arial" panose="020B0604020202020204" pitchFamily="34" charset="0"/>
              </a:rPr>
              <a:t>3.3 DORA (Continuing):</a:t>
            </a:r>
            <a:endParaRPr lang="en-US" sz="4000" kern="100" dirty="0">
              <a:effectLst/>
              <a:latin typeface="Garamond" panose="02020404030301010803" pitchFamily="18" charset="0"/>
              <a:ea typeface="Calibri" panose="020F0502020204030204" pitchFamily="34" charset="0"/>
              <a:cs typeface="Arial" panose="020B0604020202020204" pitchFamily="34" charset="0"/>
            </a:endParaRPr>
          </a:p>
          <a:p>
            <a:endParaRPr lang="en-US" sz="4000" dirty="0">
              <a:latin typeface="Garamond" panose="02020404030301010803" pitchFamily="18" charset="0"/>
            </a:endParaRPr>
          </a:p>
        </p:txBody>
      </p:sp>
      <p:pic>
        <p:nvPicPr>
          <p:cNvPr id="5" name="Picture 4">
            <a:extLst>
              <a:ext uri="{FF2B5EF4-FFF2-40B4-BE49-F238E27FC236}">
                <a16:creationId xmlns:a16="http://schemas.microsoft.com/office/drawing/2014/main" id="{E5D4FB1F-9AF9-7BDA-3DF5-C9C3B5CFEED7}"/>
              </a:ext>
            </a:extLst>
          </p:cNvPr>
          <p:cNvPicPr>
            <a:picLocks noChangeAspect="1"/>
          </p:cNvPicPr>
          <p:nvPr/>
        </p:nvPicPr>
        <p:blipFill>
          <a:blip r:embed="rId2">
            <a:clrChange>
              <a:clrFrom>
                <a:srgbClr val="000000"/>
              </a:clrFrom>
              <a:clrTo>
                <a:srgbClr val="000000">
                  <a:alpha val="0"/>
                </a:srgbClr>
              </a:clrTo>
            </a:clrChange>
            <a:biLevel thresh="50000"/>
            <a:alphaModFix amt="69000"/>
            <a:extLst>
              <a:ext uri="{BEBA8EAE-BF5A-486C-A8C5-ECC9F3942E4B}">
                <a14:imgProps xmlns:a14="http://schemas.microsoft.com/office/drawing/2010/main">
                  <a14:imgLayer r:embed="rId3">
                    <a14:imgEffect>
                      <a14:sharpenSoften amount="50000"/>
                    </a14:imgEffect>
                    <a14:imgEffect>
                      <a14:colorTemperature colorTemp="4123"/>
                    </a14:imgEffect>
                    <a14:imgEffect>
                      <a14:brightnessContrast bright="-20000" contrast="-20000"/>
                    </a14:imgEffect>
                  </a14:imgLayer>
                </a14:imgProps>
              </a:ext>
            </a:extLst>
          </a:blip>
          <a:stretch>
            <a:fillRect/>
          </a:stretch>
        </p:blipFill>
        <p:spPr>
          <a:xfrm>
            <a:off x="4532626" y="956334"/>
            <a:ext cx="4077974" cy="5628454"/>
          </a:xfrm>
          <a:prstGeom prst="rect">
            <a:avLst/>
          </a:prstGeom>
        </p:spPr>
      </p:pic>
    </p:spTree>
    <p:extLst>
      <p:ext uri="{BB962C8B-B14F-4D97-AF65-F5344CB8AC3E}">
        <p14:creationId xmlns:p14="http://schemas.microsoft.com/office/powerpoint/2010/main" val="756629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dkHorz">
          <a:fgClr>
            <a:schemeClr val="bg1">
              <a:tint val="95000"/>
              <a:satMod val="170000"/>
            </a:schemeClr>
          </a:fgClr>
          <a:bgClr>
            <a:schemeClr val="bg1"/>
          </a:bgClr>
        </a:pattFill>
        <a:effectLst/>
      </p:bgPr>
    </p:bg>
    <p:spTree>
      <p:nvGrpSpPr>
        <p:cNvPr id="1" name="">
          <a:extLst>
            <a:ext uri="{FF2B5EF4-FFF2-40B4-BE49-F238E27FC236}">
              <a16:creationId xmlns:a16="http://schemas.microsoft.com/office/drawing/2014/main" id="{E9426667-23C3-320A-B239-C197AD2CEC75}"/>
            </a:ext>
          </a:extLst>
        </p:cNvPr>
        <p:cNvGrpSpPr/>
        <p:nvPr/>
      </p:nvGrpSpPr>
      <p:grpSpPr>
        <a:xfrm>
          <a:off x="0" y="0"/>
          <a:ext cx="0" cy="0"/>
          <a:chOff x="0" y="0"/>
          <a:chExt cx="0" cy="0"/>
        </a:xfrm>
      </p:grpSpPr>
      <p:sp>
        <p:nvSpPr>
          <p:cNvPr id="6" name="Oval 5">
            <a:extLst>
              <a:ext uri="{FF2B5EF4-FFF2-40B4-BE49-F238E27FC236}">
                <a16:creationId xmlns:a16="http://schemas.microsoft.com/office/drawing/2014/main" id="{9FBCFCF2-6966-44C2-70D7-A669698215AD}"/>
              </a:ext>
            </a:extLst>
          </p:cNvPr>
          <p:cNvSpPr/>
          <p:nvPr/>
        </p:nvSpPr>
        <p:spPr>
          <a:xfrm>
            <a:off x="2895600" y="228600"/>
            <a:ext cx="6400800" cy="6400800"/>
          </a:xfrm>
          <a:custGeom>
            <a:avLst/>
            <a:gdLst>
              <a:gd name="connsiteX0" fmla="*/ 0 w 6400800"/>
              <a:gd name="connsiteY0" fmla="*/ 3200400 h 6400800"/>
              <a:gd name="connsiteX1" fmla="*/ 3200400 w 6400800"/>
              <a:gd name="connsiteY1" fmla="*/ 0 h 6400800"/>
              <a:gd name="connsiteX2" fmla="*/ 6400800 w 6400800"/>
              <a:gd name="connsiteY2" fmla="*/ 3200400 h 6400800"/>
              <a:gd name="connsiteX3" fmla="*/ 3200400 w 6400800"/>
              <a:gd name="connsiteY3" fmla="*/ 6400800 h 6400800"/>
              <a:gd name="connsiteX4" fmla="*/ 0 w 6400800"/>
              <a:gd name="connsiteY4" fmla="*/ 3200400 h 640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0" h="6400800" fill="none" extrusionOk="0">
                <a:moveTo>
                  <a:pt x="0" y="3200400"/>
                </a:moveTo>
                <a:cubicBezTo>
                  <a:pt x="106334" y="1445482"/>
                  <a:pt x="1613175" y="-371070"/>
                  <a:pt x="3200400" y="0"/>
                </a:cubicBezTo>
                <a:cubicBezTo>
                  <a:pt x="4704979" y="-40267"/>
                  <a:pt x="6327571" y="1501813"/>
                  <a:pt x="6400800" y="3200400"/>
                </a:cubicBezTo>
                <a:cubicBezTo>
                  <a:pt x="6367056" y="4646141"/>
                  <a:pt x="4660253" y="6828386"/>
                  <a:pt x="3200400" y="6400800"/>
                </a:cubicBezTo>
                <a:cubicBezTo>
                  <a:pt x="1695279" y="6547709"/>
                  <a:pt x="61072" y="4982616"/>
                  <a:pt x="0" y="3200400"/>
                </a:cubicBezTo>
                <a:close/>
              </a:path>
              <a:path w="6400800" h="6400800" stroke="0" extrusionOk="0">
                <a:moveTo>
                  <a:pt x="0" y="3200400"/>
                </a:moveTo>
                <a:cubicBezTo>
                  <a:pt x="-58137" y="1397008"/>
                  <a:pt x="997037" y="163574"/>
                  <a:pt x="3200400" y="0"/>
                </a:cubicBezTo>
                <a:cubicBezTo>
                  <a:pt x="5447319" y="100922"/>
                  <a:pt x="5994248" y="1445795"/>
                  <a:pt x="6400800" y="3200400"/>
                </a:cubicBezTo>
                <a:cubicBezTo>
                  <a:pt x="6327205" y="5039802"/>
                  <a:pt x="4931339" y="6603063"/>
                  <a:pt x="3200400" y="6400800"/>
                </a:cubicBezTo>
                <a:cubicBezTo>
                  <a:pt x="1272576" y="6313100"/>
                  <a:pt x="446618" y="5181330"/>
                  <a:pt x="0" y="3200400"/>
                </a:cubicBezTo>
                <a:close/>
              </a:path>
            </a:pathLst>
          </a:custGeom>
          <a:gradFill flip="none" rotWithShape="1">
            <a:gsLst>
              <a:gs pos="0">
                <a:schemeClr val="accent3">
                  <a:lumMod val="50000"/>
                  <a:shade val="30000"/>
                  <a:satMod val="115000"/>
                </a:schemeClr>
              </a:gs>
              <a:gs pos="50000">
                <a:schemeClr val="accent3">
                  <a:lumMod val="50000"/>
                  <a:shade val="67500"/>
                  <a:satMod val="115000"/>
                </a:schemeClr>
              </a:gs>
              <a:gs pos="100000">
                <a:schemeClr val="accent3">
                  <a:lumMod val="50000"/>
                  <a:shade val="100000"/>
                  <a:satMod val="115000"/>
                </a:schemeClr>
              </a:gs>
            </a:gsLst>
            <a:path path="circle">
              <a:fillToRect l="50000" t="50000" r="50000" b="50000"/>
            </a:path>
            <a:tileRect/>
          </a:gradFill>
          <a:ln>
            <a:solidFill>
              <a:schemeClr val="tx1"/>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DDE4B5F4-6927-5904-8EAA-333105F5547D}"/>
              </a:ext>
            </a:extLst>
          </p:cNvPr>
          <p:cNvSpPr txBox="1"/>
          <p:nvPr/>
        </p:nvSpPr>
        <p:spPr>
          <a:xfrm>
            <a:off x="2858814" y="3044279"/>
            <a:ext cx="6474372" cy="769441"/>
          </a:xfrm>
          <a:prstGeom prst="rect">
            <a:avLst/>
          </a:prstGeom>
          <a:noFill/>
        </p:spPr>
        <p:txBody>
          <a:bodyPr wrap="square" rtlCol="0">
            <a:spAutoFit/>
          </a:bodyPr>
          <a:lstStyle/>
          <a:p>
            <a:pPr marL="0" algn="ctr" defTabSz="457200" rtl="1" eaLnBrk="1" latinLnBrk="0" hangingPunct="1"/>
            <a:r>
              <a:rPr lang="en-US" sz="4400" dirty="0">
                <a:latin typeface="Garamond" panose="02020404030301010803" pitchFamily="18" charset="0"/>
                <a:cs typeface="Al Bayan Plain" pitchFamily="2" charset="-78"/>
              </a:rPr>
              <a:t>The End.</a:t>
            </a:r>
          </a:p>
        </p:txBody>
      </p:sp>
    </p:spTree>
    <p:extLst>
      <p:ext uri="{BB962C8B-B14F-4D97-AF65-F5344CB8AC3E}">
        <p14:creationId xmlns:p14="http://schemas.microsoft.com/office/powerpoint/2010/main" val="3351837971"/>
      </p:ext>
    </p:extLst>
  </p:cSld>
  <p:clrMapOvr>
    <a:masterClrMapping/>
  </p:clrMapOvr>
</p:sld>
</file>

<file path=ppt/theme/theme1.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549</TotalTime>
  <Words>1254</Words>
  <Application>Microsoft Macintosh PowerPoint</Application>
  <PresentationFormat>Widescreen</PresentationFormat>
  <Paragraphs>189</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Courier New</vt:lpstr>
      <vt:lpstr>Garamond</vt:lpstr>
      <vt:lpstr>TimesLTPro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hanie vatani</dc:creator>
  <cp:lastModifiedBy>hanie vatani</cp:lastModifiedBy>
  <cp:revision>14</cp:revision>
  <dcterms:created xsi:type="dcterms:W3CDTF">2024-11-03T16:15:11Z</dcterms:created>
  <dcterms:modified xsi:type="dcterms:W3CDTF">2024-11-05T09:48:20Z</dcterms:modified>
</cp:coreProperties>
</file>